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CD4"/>
                </a:solidFill>
                <a:latin typeface="Calibri Light"/>
              </a:defRPr>
            </a:pPr>
            <a:r>
              <a:t>Mission Launch: From Zero to Orbit in 12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  <a:latin typeface="Calibri"/>
              </a:defRPr>
            </a:pPr>
            <a:r>
              <a:t>GCP ENGINEERING: FROM ZERO TO FULL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Our 12-month mission to build a high-impact GCP practice from the ground up. Real projects, real clients, real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CD4"/>
                </a:solidFill>
                <a:latin typeface="Calibri"/>
              </a:defRPr>
            </a:pPr>
            <a:r>
              <a:t>12 MONTHS: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From concept to a fully operational, revenue-generating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CD4"/>
                </a:solidFill>
                <a:latin typeface="Calibri"/>
              </a:defRPr>
            </a:pPr>
            <a:r>
              <a:t>4+ LIVE CLIENTS: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Serving both internal and external partners, including our first billable project in just 5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12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CD4"/>
                </a:solidFill>
                <a:latin typeface="Calibri"/>
              </a:defRPr>
            </a:pPr>
            <a:r>
              <a:t>TEAM GROWTH: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Scaled from a 2-person founding crew to a growing team with 3 open roles to meet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5212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BCD4"/>
                </a:solidFill>
                <a:latin typeface="Calibri"/>
              </a:defRPr>
            </a:pPr>
            <a:r>
              <a:t>MISSION-CRITICAL ASSET: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Designed and delivered the GCP Project Vending Pipeline, now proven and scalable.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CD4"/>
                </a:solidFill>
                <a:latin typeface="Calibri Light"/>
              </a:defRPr>
            </a:pPr>
            <a:r>
              <a:t>Mission Timeline: Key Milestones to Orbit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  <a:latin typeface="Calibri"/>
              </a:defRPr>
            </a:pPr>
            <a:r>
              <a:t>OUR 12-MONTH FLIGHT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00BCD4"/>
                </a:solidFill>
                <a:latin typeface="Calibri"/>
              </a:defRPr>
            </a:pPr>
            <a:r>
              <a:t>Phase 1: Ignition &amp; Ascent (Jun '25 – Nov '25)</a:t>
            </a:r>
          </a:p>
          <a:p>
            <a:pPr lvl="1">
              <a:defRPr sz="1600">
                <a:solidFill>
                  <a:srgbClr val="FFFFFF"/>
                </a:solidFill>
                <a:latin typeface="Calibri"/>
              </a:defRPr>
            </a:pPr>
            <a:r>
              <a:t>•  Launch: Took control with a 2-person crew.</a:t>
            </a:r>
          </a:p>
          <a:p>
            <a:pPr lvl="1">
              <a:defRPr sz="1600">
                <a:solidFill>
                  <a:srgbClr val="FFFFFF"/>
                </a:solidFill>
                <a:latin typeface="Calibri"/>
              </a:defRPr>
            </a:pPr>
            <a:r>
              <a:t>•  Build: Created the GCP Project Vending Pipeline from scratch while supporting our first internal clients.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00BCD4"/>
                </a:solidFill>
                <a:latin typeface="Calibri"/>
              </a:defRPr>
            </a:pPr>
            <a:r>
              <a:t>Phase 2: First Orbital Maneuvers (Nov '25 – Jan '26)</a:t>
            </a:r>
          </a:p>
          <a:p>
            <a:pPr lvl="1">
              <a:defRPr sz="1600">
                <a:solidFill>
                  <a:srgbClr val="FFFFFF"/>
                </a:solidFill>
                <a:latin typeface="Calibri"/>
              </a:defRPr>
            </a:pPr>
            <a:r>
              <a:t>•  First Contact: Secured our first external, revenue-generating client, West Brom.</a:t>
            </a:r>
          </a:p>
          <a:p>
            <a:pPr lvl="1">
              <a:defRPr sz="1600">
                <a:solidFill>
                  <a:srgbClr val="FFFFFF"/>
                </a:solidFill>
                <a:latin typeface="Calibri"/>
              </a:defRPr>
            </a:pPr>
            <a:r>
              <a:t>•  System Validation: The pipeline was battle-tested and proven at scale with GC Resell.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00BCD4"/>
                </a:solidFill>
                <a:latin typeface="Calibri"/>
              </a:defRPr>
            </a:pPr>
            <a:r>
              <a:t>Phase 3: Crew Expansion &amp; Trajectory Growth (Feb '26 – Present)</a:t>
            </a:r>
          </a:p>
          <a:p>
            <a:pPr lvl="1">
              <a:defRPr sz="1600">
                <a:solidFill>
                  <a:srgbClr val="FFFFFF"/>
                </a:solidFill>
                <a:latin typeface="Calibri"/>
              </a:defRPr>
            </a:pPr>
            <a:r>
              <a:t>•  Crew Expansion: Grew the team to enhance delivery capacity.</a:t>
            </a:r>
          </a:p>
          <a:p>
            <a:pPr lvl="1">
              <a:defRPr sz="1600">
                <a:solidFill>
                  <a:srgbClr val="FFFFFF"/>
                </a:solidFill>
                <a:latin typeface="Calibri"/>
              </a:defRPr>
            </a:pPr>
            <a:r>
              <a:t>•  Full Orbit: Onboarded YHCR, cementing our market reputation and achieving a stable, scalable operational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CD4"/>
                </a:solidFill>
                <a:latin typeface="Calibri Light"/>
              </a:defRPr>
            </a:pPr>
            <a:r>
              <a:t>The Next Frontier: Charting New Galaxies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  <a:latin typeface="Calibri"/>
              </a:defRPr>
            </a:pPr>
            <a:r>
              <a:t>MISSION ACCOMPLISHED. PREPARING FOR THE NEXT FRONTIER.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200">
                <a:solidFill>
                  <a:srgbClr val="00BCD4"/>
                </a:solidFill>
                <a:latin typeface="Calibri"/>
              </a:defRPr>
            </a:pPr>
            <a:r>
              <a:t>Our Foundation for the Future:</a:t>
            </a:r>
          </a:p>
          <a:p>
            <a:r>
              <a:rPr b="1" sz="1600">
                <a:solidFill>
                  <a:srgbClr val="FFFFFF"/>
                </a:solidFill>
                <a:latin typeface="Calibri"/>
              </a:rPr>
              <a:t>•  An Expert Crew:</a:t>
            </a:r>
          </a:p>
          <a:p>
            <a:pPr lvl="1"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 team of passionate GCP specialists ready for the next challenge.</a:t>
            </a:r>
          </a:p>
          <a:p>
            <a:r>
              <a:rPr b="1" sz="1600">
                <a:solidFill>
                  <a:srgbClr val="FFFFFF"/>
                </a:solidFill>
                <a:latin typeface="Calibri"/>
              </a:rPr>
              <a:t>•  A Proven Platform:</a:t>
            </a:r>
          </a:p>
          <a:p>
            <a:pPr lvl="1"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 scalable vending pipeline that accelerates delivery for all clients.</a:t>
            </a:r>
          </a:p>
          <a:p>
            <a:r>
              <a:rPr b="1" sz="1600">
                <a:solidFill>
                  <a:srgbClr val="FFFFFF"/>
                </a:solidFill>
                <a:latin typeface="Calibri"/>
              </a:rPr>
              <a:t>•  A Growing Constellation:</a:t>
            </a:r>
          </a:p>
          <a:p>
            <a:pPr lvl="1"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 strong client base and a reputation that is opening new doors.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20116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200">
                <a:solidFill>
                  <a:srgbClr val="00BCD4"/>
                </a:solidFill>
                <a:latin typeface="Calibri"/>
              </a:defRPr>
            </a:pPr>
            <a:r>
              <a:t>What's Next?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Growing the Crew: Actively hiring 3 new engineers to expand our capabilities.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Expanding the Platform: Scaling the GCP Project Vending Pipeline for broader adoption.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Exploring New Worlds: Engaging with new clients and writing the next chapter of our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2000">
                <a:solidFill>
                  <a:srgbClr val="FFFFFF"/>
                </a:solidFill>
                <a:latin typeface="Calibri Light"/>
              </a:defRPr>
            </a:pPr>
            <a:r>
              <a:t>"The best chapters are still being written."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