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ial Black"/>
              </a:defRPr>
            </a:pPr>
            <a:r>
              <a:t>GCP ENGINEERING: FROM ZERO TO FULL ORBIT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Arial"/>
              </a:defRPr>
            </a:pPr>
            <a:r>
              <a:t>Our 12-month mission to build a high-impact GCP practice from the ground up. Real projects, real clients, real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D700"/>
                </a:solidFill>
                <a:latin typeface="Arial"/>
              </a:defRPr>
            </a:pPr>
            <a:r>
              <a:t>•  12 MONTHS: </a:t>
            </a:r>
            <a:r>
              <a:rPr b="0">
                <a:solidFill>
                  <a:srgbClr val="FFFFFF"/>
                </a:solidFill>
              </a:rPr>
              <a:t>From concept to a fully operational, revenue-generating practice.</a:t>
            </a:r>
          </a:p>
          <a:p>
            <a:pPr>
              <a:defRPr sz="2000" b="1">
                <a:solidFill>
                  <a:srgbClr val="FFD700"/>
                </a:solidFill>
                <a:latin typeface="Arial"/>
              </a:defRPr>
            </a:pPr>
            <a:r>
              <a:t>•  4+ LIVE CLIENTS: </a:t>
            </a:r>
            <a:r>
              <a:rPr b="0">
                <a:solidFill>
                  <a:srgbClr val="FFFFFF"/>
                </a:solidFill>
              </a:rPr>
              <a:t>Serving both internal and external partners, including our first billable project in just 5 months.</a:t>
            </a:r>
          </a:p>
          <a:p>
            <a:pPr>
              <a:defRPr sz="2000" b="1">
                <a:solidFill>
                  <a:srgbClr val="FFD700"/>
                </a:solidFill>
                <a:latin typeface="Arial"/>
              </a:defRPr>
            </a:pPr>
            <a:r>
              <a:t>•  TEAM GROWTH: </a:t>
            </a:r>
            <a:r>
              <a:rPr b="0">
                <a:solidFill>
                  <a:srgbClr val="FFFFFF"/>
                </a:solidFill>
              </a:rPr>
              <a:t>Scaled from a 2-person founding crew to a growing team with 3 open roles to meet demand.</a:t>
            </a:r>
          </a:p>
          <a:p>
            <a:pPr>
              <a:defRPr sz="2000" b="1">
                <a:solidFill>
                  <a:srgbClr val="FFD700"/>
                </a:solidFill>
                <a:latin typeface="Arial"/>
              </a:defRPr>
            </a:pPr>
            <a:r>
              <a:t>•  MISSION-CRITICAL ASSET: </a:t>
            </a:r>
            <a:r>
              <a:rPr b="0">
                <a:solidFill>
                  <a:srgbClr val="FFFFFF"/>
                </a:solidFill>
              </a:rPr>
              <a:t>Designed and delivered the GCP Project Vending Pipeline, now proven and scalable.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ial Black"/>
              </a:defRPr>
            </a:pPr>
            <a:r>
              <a:t>OUR 12-MONTH FLIGHT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400" b="1">
                <a:solidFill>
                  <a:srgbClr val="4287F5"/>
                </a:solidFill>
                <a:latin typeface="Arial"/>
              </a:defRPr>
            </a:pPr>
            <a:r>
              <a:t>Phase 1: Ignition &amp; Ascent (Jun '25 – Nov '25)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Launch: Took control with a 2-person crew.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Build: Created the GCP Project Vending Pipeline from scratch while supporting our first internal clients.</a:t>
            </a:r>
          </a:p>
          <a:p>
            <a:pPr>
              <a:spcBef>
                <a:spcPts val="2000"/>
              </a:spcBef>
              <a:defRPr sz="2400" b="1">
                <a:solidFill>
                  <a:srgbClr val="4287F5"/>
                </a:solidFill>
                <a:latin typeface="Arial"/>
              </a:defRPr>
            </a:pPr>
            <a:r>
              <a:t>Phase 2: First Orbital Maneuvers (Nov '25 – Jan '26)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First Contact: Secured our first external, revenue-generating client, West Brom.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System Validation: The pipeline was battle-tested and proven at scale with GC Resell.</a:t>
            </a:r>
          </a:p>
          <a:p>
            <a:pPr>
              <a:spcBef>
                <a:spcPts val="2000"/>
              </a:spcBef>
              <a:defRPr sz="2400" b="1">
                <a:solidFill>
                  <a:srgbClr val="4287F5"/>
                </a:solidFill>
                <a:latin typeface="Arial"/>
              </a:defRPr>
            </a:pPr>
            <a:r>
              <a:t>Phase 3: Crew Expansion &amp; Trajectory Growth (Feb '26 – Present)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Crew Expansion: Grew the team to enhance delivery capacity.</a:t>
            </a:r>
          </a:p>
          <a:p>
            <a:pPr lvl="1">
              <a:defRPr sz="2000">
                <a:solidFill>
                  <a:srgbClr val="FFFFFF"/>
                </a:solidFill>
                <a:latin typeface="Arial"/>
              </a:defRPr>
            </a:pPr>
            <a:r>
              <a:t>•  Full Orbit: Onboarded YHCR, cementing our market reputation and achieving a stable, scalable operational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ial Black"/>
              </a:defRPr>
            </a:pPr>
            <a:r>
              <a:t>MISSION ACCOMPLISHED. PREPARING FOR THE NEXT FRONTIER.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287F5"/>
                </a:solidFill>
                <a:latin typeface="Arial"/>
              </a:defRPr>
            </a:pPr>
            <a:r>
              <a:t>Our Foundation for the Future: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An Expert Crew: A team of passionate GCP specialists ready for the next challenge.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A Proven Platform: A scalable vending pipeline that accelerates delivery for all clients.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A Growing Constellation: A strong client base and a reputation that is opening new doors.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287F5"/>
                </a:solidFill>
                <a:latin typeface="Arial"/>
              </a:defRPr>
            </a:pPr>
            <a:r>
              <a:t>What's Next?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Growing the Crew: Actively hiring 3 new engineers to expand our capabilities.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Expanding the Platform: Scaling the GCP Project Vending Pipeline for broader adoption.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•  Exploring New Worlds: Engaging with new clients and writing the next chapter of our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FFD700"/>
                </a:solidFill>
                <a:latin typeface="Arial"/>
              </a:defRPr>
            </a:pPr>
            <a:r>
              <a:t>"The best chapters are still being written."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