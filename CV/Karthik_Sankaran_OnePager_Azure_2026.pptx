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588" r:id="rId5"/>
  </p:sldIdLst>
  <p:sldSz cx="9144000" cy="6858000" type="screen4x3"/>
  <p:notesSz cx="6797675" cy="9928225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2">
          <p15:clr>
            <a:srgbClr val="A4A3A4"/>
          </p15:clr>
        </p15:guide>
        <p15:guide id="2" pos="2971" userDrawn="1">
          <p15:clr>
            <a:srgbClr val="A4A3A4"/>
          </p15:clr>
        </p15:guide>
        <p15:guide id="3" orient="horz" pos="482" userDrawn="1">
          <p15:clr>
            <a:srgbClr val="A4A3A4"/>
          </p15:clr>
        </p15:guide>
        <p15:guide id="4" orient="horz" pos="164" userDrawn="1">
          <p15:clr>
            <a:srgbClr val="A4A3A4"/>
          </p15:clr>
        </p15:guide>
        <p15:guide id="5" pos="204">
          <p15:clr>
            <a:srgbClr val="A4A3A4"/>
          </p15:clr>
        </p15:guide>
        <p15:guide id="6" pos="29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BC22"/>
    <a:srgbClr val="FFC7CE"/>
    <a:srgbClr val="FFFFFF"/>
    <a:srgbClr val="FF6DCE"/>
    <a:srgbClr val="FF9999"/>
    <a:srgbClr val="000000"/>
    <a:srgbClr val="405E00"/>
    <a:srgbClr val="DDDDDD"/>
    <a:srgbClr val="C6EFCE"/>
    <a:srgbClr val="8ED2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38C1B3-0731-4047-B840-65E13ED612F7}" v="4" dt="2025-07-07T12:14:11.8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3" autoAdjust="0"/>
    <p:restoredTop sz="93949" autoAdjust="0"/>
  </p:normalViewPr>
  <p:slideViewPr>
    <p:cSldViewPr showGuides="1">
      <p:cViewPr>
        <p:scale>
          <a:sx n="180" d="100"/>
          <a:sy n="180" d="100"/>
        </p:scale>
        <p:origin x="568" y="168"/>
      </p:cViewPr>
      <p:guideLst>
        <p:guide orient="horz" pos="1162"/>
        <p:guide pos="2971"/>
        <p:guide orient="horz" pos="482"/>
        <p:guide orient="horz" pos="164"/>
        <p:guide pos="204"/>
        <p:guide pos="29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9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karan, Karthik" userId="9d28b34c-9f20-487f-9b7c-6b38d6d1e734" providerId="ADAL" clId="{96F2C688-67D9-0C4C-AD52-5F17CE8257EE}"/>
    <pc:docChg chg="mod">
      <pc:chgData name="Sankaran, Karthik" userId="9d28b34c-9f20-487f-9b7c-6b38d6d1e734" providerId="ADAL" clId="{96F2C688-67D9-0C4C-AD52-5F17CE8257EE}" dt="2021-06-28T11:48:08.881" v="0" actId="33475"/>
      <pc:docMkLst>
        <pc:docMk/>
      </pc:docMkLst>
    </pc:docChg>
  </pc:docChgLst>
  <pc:docChgLst>
    <pc:chgData name="Elavathingal, Rivin Jose" userId="d292ac19-ac6f-4950-acdf-85e51378188b" providerId="ADAL" clId="{97FB9489-83F3-8E43-BD08-D27AE6CB1E03}"/>
    <pc:docChg chg="custSel modSld">
      <pc:chgData name="Elavathingal, Rivin Jose" userId="d292ac19-ac6f-4950-acdf-85e51378188b" providerId="ADAL" clId="{97FB9489-83F3-8E43-BD08-D27AE6CB1E03}" dt="2025-07-07T12:34:43.690" v="280" actId="20577"/>
      <pc:docMkLst>
        <pc:docMk/>
      </pc:docMkLst>
      <pc:sldChg chg="modSp mod">
        <pc:chgData name="Elavathingal, Rivin Jose" userId="d292ac19-ac6f-4950-acdf-85e51378188b" providerId="ADAL" clId="{97FB9489-83F3-8E43-BD08-D27AE6CB1E03}" dt="2025-07-07T12:34:43.690" v="280" actId="20577"/>
        <pc:sldMkLst>
          <pc:docMk/>
          <pc:sldMk cId="1226791700" sldId="588"/>
        </pc:sldMkLst>
        <pc:spChg chg="mod">
          <ac:chgData name="Elavathingal, Rivin Jose" userId="d292ac19-ac6f-4950-acdf-85e51378188b" providerId="ADAL" clId="{97FB9489-83F3-8E43-BD08-D27AE6CB1E03}" dt="2025-07-07T12:34:43.690" v="280" actId="20577"/>
          <ac:spMkLst>
            <pc:docMk/>
            <pc:sldMk cId="1226791700" sldId="588"/>
            <ac:spMk id="5" creationId="{BC7D5FB2-69BF-19DA-AB77-22163A74CAC7}"/>
          </ac:spMkLst>
        </pc:spChg>
        <pc:spChg chg="mod">
          <ac:chgData name="Elavathingal, Rivin Jose" userId="d292ac19-ac6f-4950-acdf-85e51378188b" providerId="ADAL" clId="{97FB9489-83F3-8E43-BD08-D27AE6CB1E03}" dt="2025-07-07T12:31:06.108" v="180" actId="20577"/>
          <ac:spMkLst>
            <pc:docMk/>
            <pc:sldMk cId="1226791700" sldId="588"/>
            <ac:spMk id="20" creationId="{722FF579-ABE7-341F-AFA4-3B980287632C}"/>
          </ac:spMkLst>
        </pc:spChg>
      </pc:sldChg>
    </pc:docChg>
  </pc:docChgLst>
  <pc:docChgLst>
    <pc:chgData name="Sankaran, Karthik" userId="9d28b34c-9f20-487f-9b7c-6b38d6d1e734" providerId="ADAL" clId="{D33BE90A-2B7D-454D-BF48-5F28C4CEA7B2}"/>
    <pc:docChg chg="modSld">
      <pc:chgData name="Sankaran, Karthik" userId="9d28b34c-9f20-487f-9b7c-6b38d6d1e734" providerId="ADAL" clId="{D33BE90A-2B7D-454D-BF48-5F28C4CEA7B2}" dt="2021-02-18T18:49:46.004" v="277" actId="20577"/>
      <pc:docMkLst>
        <pc:docMk/>
      </pc:docMkLst>
      <pc:sldChg chg="modSp mod">
        <pc:chgData name="Sankaran, Karthik" userId="9d28b34c-9f20-487f-9b7c-6b38d6d1e734" providerId="ADAL" clId="{D33BE90A-2B7D-454D-BF48-5F28C4CEA7B2}" dt="2021-02-18T18:49:46.004" v="277" actId="20577"/>
        <pc:sldMkLst>
          <pc:docMk/>
          <pc:sldMk cId="1226791700" sldId="588"/>
        </pc:sldMkLst>
      </pc:sldChg>
    </pc:docChg>
  </pc:docChgLst>
  <pc:docChgLst>
    <pc:chgData name="Sankaran, Karthik" userId="9d28b34c-9f20-487f-9b7c-6b38d6d1e734" providerId="ADAL" clId="{DC08DBB5-0129-834D-8A9C-0EC7FB398248}"/>
    <pc:docChg chg="undo custSel modSld">
      <pc:chgData name="Sankaran, Karthik" userId="9d28b34c-9f20-487f-9b7c-6b38d6d1e734" providerId="ADAL" clId="{DC08DBB5-0129-834D-8A9C-0EC7FB398248}" dt="2023-07-11T09:28:35.622" v="256" actId="478"/>
      <pc:docMkLst>
        <pc:docMk/>
      </pc:docMkLst>
      <pc:sldChg chg="addSp delSp modSp mod">
        <pc:chgData name="Sankaran, Karthik" userId="9d28b34c-9f20-487f-9b7c-6b38d6d1e734" providerId="ADAL" clId="{DC08DBB5-0129-834D-8A9C-0EC7FB398248}" dt="2023-07-11T09:28:35.622" v="256" actId="478"/>
        <pc:sldMkLst>
          <pc:docMk/>
          <pc:sldMk cId="1226791700" sldId="588"/>
        </pc:sldMkLst>
      </pc:sldChg>
    </pc:docChg>
  </pc:docChgLst>
  <pc:docChgLst>
    <pc:chgData name="Sankaran, Karthik" userId="9d28b34c-9f20-487f-9b7c-6b38d6d1e734" providerId="ADAL" clId="{CD38C1B3-0731-4047-B840-65E13ED612F7}"/>
    <pc:docChg chg="modSld">
      <pc:chgData name="Sankaran, Karthik" userId="9d28b34c-9f20-487f-9b7c-6b38d6d1e734" providerId="ADAL" clId="{CD38C1B3-0731-4047-B840-65E13ED612F7}" dt="2025-07-07T12:15:34.536" v="70" actId="1036"/>
      <pc:docMkLst>
        <pc:docMk/>
      </pc:docMkLst>
      <pc:sldChg chg="modSp mod">
        <pc:chgData name="Sankaran, Karthik" userId="9d28b34c-9f20-487f-9b7c-6b38d6d1e734" providerId="ADAL" clId="{CD38C1B3-0731-4047-B840-65E13ED612F7}" dt="2025-07-07T12:15:34.536" v="70" actId="1036"/>
        <pc:sldMkLst>
          <pc:docMk/>
          <pc:sldMk cId="1226791700" sldId="588"/>
        </pc:sldMkLst>
        <pc:spChg chg="mod">
          <ac:chgData name="Sankaran, Karthik" userId="9d28b34c-9f20-487f-9b7c-6b38d6d1e734" providerId="ADAL" clId="{CD38C1B3-0731-4047-B840-65E13ED612F7}" dt="2025-07-07T12:14:54.891" v="44" actId="20577"/>
          <ac:spMkLst>
            <pc:docMk/>
            <pc:sldMk cId="1226791700" sldId="588"/>
            <ac:spMk id="5" creationId="{BC7D5FB2-69BF-19DA-AB77-22163A74CAC7}"/>
          </ac:spMkLst>
        </pc:spChg>
        <pc:spChg chg="mod">
          <ac:chgData name="Sankaran, Karthik" userId="9d28b34c-9f20-487f-9b7c-6b38d6d1e734" providerId="ADAL" clId="{CD38C1B3-0731-4047-B840-65E13ED612F7}" dt="2025-07-07T12:12:29.366" v="15" actId="14100"/>
          <ac:spMkLst>
            <pc:docMk/>
            <pc:sldMk cId="1226791700" sldId="588"/>
            <ac:spMk id="13" creationId="{879CA802-DBF2-ACB0-40FA-F5F821939578}"/>
          </ac:spMkLst>
        </pc:spChg>
        <pc:spChg chg="mod">
          <ac:chgData name="Sankaran, Karthik" userId="9d28b34c-9f20-487f-9b7c-6b38d6d1e734" providerId="ADAL" clId="{CD38C1B3-0731-4047-B840-65E13ED612F7}" dt="2025-07-07T12:12:19.384" v="14" actId="1076"/>
          <ac:spMkLst>
            <pc:docMk/>
            <pc:sldMk cId="1226791700" sldId="588"/>
            <ac:spMk id="15" creationId="{F1E1BE5E-A09F-9C7A-3C2C-9B1C9819BBFB}"/>
          </ac:spMkLst>
        </pc:spChg>
        <pc:spChg chg="mod">
          <ac:chgData name="Sankaran, Karthik" userId="9d28b34c-9f20-487f-9b7c-6b38d6d1e734" providerId="ADAL" clId="{CD38C1B3-0731-4047-B840-65E13ED612F7}" dt="2025-07-07T11:13:56.418" v="13" actId="20577"/>
          <ac:spMkLst>
            <pc:docMk/>
            <pc:sldMk cId="1226791700" sldId="588"/>
            <ac:spMk id="16" creationId="{2DE8FBBD-72E1-B846-F7C1-ED171B7145EB}"/>
          </ac:spMkLst>
        </pc:spChg>
        <pc:spChg chg="mod">
          <ac:chgData name="Sankaran, Karthik" userId="9d28b34c-9f20-487f-9b7c-6b38d6d1e734" providerId="ADAL" clId="{CD38C1B3-0731-4047-B840-65E13ED612F7}" dt="2025-07-07T12:12:42.128" v="25" actId="1036"/>
          <ac:spMkLst>
            <pc:docMk/>
            <pc:sldMk cId="1226791700" sldId="588"/>
            <ac:spMk id="19" creationId="{D458A76A-0891-92A0-1A6E-6E0471F4E321}"/>
          </ac:spMkLst>
        </pc:spChg>
        <pc:spChg chg="mod">
          <ac:chgData name="Sankaran, Karthik" userId="9d28b34c-9f20-487f-9b7c-6b38d6d1e734" providerId="ADAL" clId="{CD38C1B3-0731-4047-B840-65E13ED612F7}" dt="2025-07-07T12:12:42.128" v="25" actId="1036"/>
          <ac:spMkLst>
            <pc:docMk/>
            <pc:sldMk cId="1226791700" sldId="588"/>
            <ac:spMk id="20" creationId="{722FF579-ABE7-341F-AFA4-3B980287632C}"/>
          </ac:spMkLst>
        </pc:spChg>
        <pc:spChg chg="mod">
          <ac:chgData name="Sankaran, Karthik" userId="9d28b34c-9f20-487f-9b7c-6b38d6d1e734" providerId="ADAL" clId="{CD38C1B3-0731-4047-B840-65E13ED612F7}" dt="2025-07-07T12:12:42.128" v="25" actId="1036"/>
          <ac:spMkLst>
            <pc:docMk/>
            <pc:sldMk cId="1226791700" sldId="588"/>
            <ac:spMk id="21" creationId="{0F6E7D6E-AA6F-CE11-1ACF-CD0B07FCC43B}"/>
          </ac:spMkLst>
        </pc:spChg>
        <pc:spChg chg="mod">
          <ac:chgData name="Sankaran, Karthik" userId="9d28b34c-9f20-487f-9b7c-6b38d6d1e734" providerId="ADAL" clId="{CD38C1B3-0731-4047-B840-65E13ED612F7}" dt="2025-07-07T12:12:42.128" v="25" actId="1036"/>
          <ac:spMkLst>
            <pc:docMk/>
            <pc:sldMk cId="1226791700" sldId="588"/>
            <ac:spMk id="22" creationId="{44532F48-E5BB-3C69-3031-EDFDCD069FBD}"/>
          </ac:spMkLst>
        </pc:spChg>
        <pc:spChg chg="mod">
          <ac:chgData name="Sankaran, Karthik" userId="9d28b34c-9f20-487f-9b7c-6b38d6d1e734" providerId="ADAL" clId="{CD38C1B3-0731-4047-B840-65E13ED612F7}" dt="2025-07-07T12:15:34.536" v="70" actId="1036"/>
          <ac:spMkLst>
            <pc:docMk/>
            <pc:sldMk cId="1226791700" sldId="588"/>
            <ac:spMk id="27" creationId="{4E098901-19DC-C5A8-BC6A-B83C3BD4149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EA0E3A-88C8-477B-8A20-50E706A80C07}" type="datetimeFigureOut">
              <a:rPr lang="en-GB" smtClean="0"/>
              <a:t>01/06/2026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EA88EE-60AA-426A-8FA3-CA7CFFD591F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72237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2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l">
              <a:defRPr sz="13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2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r">
              <a:defRPr sz="1300"/>
            </a:lvl1pPr>
          </a:lstStyle>
          <a:p>
            <a:fld id="{0BA5BBE4-AEA3-489A-A28E-0C2FAF2506E3}" type="datetimeFigureOut">
              <a:rPr lang="en-US" smtClean="0"/>
              <a:pPr/>
              <a:t>6/1/26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6125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71" tIns="47786" rIns="95571" bIns="47786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5571" tIns="47786" rIns="95571" bIns="4778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2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l">
              <a:defRPr sz="13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2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r">
              <a:defRPr sz="1300"/>
            </a:lvl1pPr>
          </a:lstStyle>
          <a:p>
            <a:fld id="{C0F4A2C8-6C88-4E71-83EE-698B9D4FE22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5625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be updated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GB" smtClean="0">
                <a:solidFill>
                  <a:prstClr val="black"/>
                </a:solidFill>
              </a:rPr>
              <a:pPr/>
              <a:t>1</a:t>
            </a:fld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287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4400" y="1812924"/>
            <a:ext cx="4628956" cy="842400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4400" y="4357694"/>
            <a:ext cx="4628561" cy="1143008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accent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75050" y="2663187"/>
            <a:ext cx="4629600" cy="169920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12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5615" y="1812924"/>
            <a:ext cx="2772000" cy="842400"/>
          </a:xfrm>
        </p:spPr>
        <p:txBody>
          <a:bodyPr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5615" y="4357694"/>
            <a:ext cx="2772000" cy="1048554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solidFill>
                  <a:schemeClr val="accent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75050" y="2663187"/>
            <a:ext cx="2772000" cy="169920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1838" y="1093316"/>
            <a:ext cx="4878856" cy="849600"/>
          </a:xfrm>
        </p:spPr>
        <p:txBody>
          <a:bodyPr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1838" y="2668126"/>
            <a:ext cx="4878856" cy="388186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 b="0">
                <a:solidFill>
                  <a:schemeClr val="accent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21838" y="1953740"/>
            <a:ext cx="4878856" cy="702000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70113" y="765175"/>
            <a:ext cx="8388000" cy="969282"/>
          </a:xfrm>
        </p:spPr>
        <p:txBody>
          <a:bodyPr>
            <a:normAutofit/>
          </a:bodyPr>
          <a:lstStyle>
            <a:lvl1pPr marL="0" indent="0">
              <a:buNone/>
              <a:defRPr sz="3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370113" y="295683"/>
            <a:ext cx="838800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4"/>
          </p:nvPr>
        </p:nvSpPr>
        <p:spPr>
          <a:xfrm>
            <a:off x="370800" y="1803543"/>
            <a:ext cx="8388000" cy="4536000"/>
          </a:xfrm>
        </p:spPr>
        <p:txBody>
          <a:bodyPr/>
          <a:lstStyle>
            <a:lvl1pPr marL="0" indent="0">
              <a:buNone/>
              <a:defRPr/>
            </a:lvl1pPr>
            <a:lvl2pPr marL="266700" indent="-266700">
              <a:buFont typeface="Arial" pitchFamily="34" charset="0"/>
              <a:buChar char="•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fac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370113" y="295682"/>
            <a:ext cx="8388000" cy="9901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4"/>
          </p:nvPr>
        </p:nvSpPr>
        <p:spPr>
          <a:xfrm>
            <a:off x="370800" y="1805667"/>
            <a:ext cx="8388000" cy="4545033"/>
          </a:xfrm>
        </p:spPr>
        <p:txBody>
          <a:bodyPr/>
          <a:lstStyle>
            <a:lvl1pPr marL="0" indent="0" algn="l">
              <a:buNone/>
              <a:defRPr/>
            </a:lvl1pPr>
            <a:lvl2pPr marL="266700" indent="-266700">
              <a:buFont typeface="Arial" pitchFamily="34" charset="0"/>
              <a:buChar char="•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370113" y="295683"/>
            <a:ext cx="838800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70113" y="765175"/>
            <a:ext cx="8388000" cy="969282"/>
          </a:xfrm>
        </p:spPr>
        <p:txBody>
          <a:bodyPr>
            <a:normAutofit/>
          </a:bodyPr>
          <a:lstStyle>
            <a:lvl1pPr marL="0" indent="0">
              <a:buNone/>
              <a:defRPr sz="3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4"/>
          </p:nvPr>
        </p:nvSpPr>
        <p:spPr>
          <a:xfrm>
            <a:off x="370800" y="1803543"/>
            <a:ext cx="4140000" cy="4536000"/>
          </a:xfrm>
        </p:spPr>
        <p:txBody>
          <a:bodyPr/>
          <a:lstStyle>
            <a:lvl4pPr marL="539750" indent="-27305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5"/>
          </p:nvPr>
        </p:nvSpPr>
        <p:spPr>
          <a:xfrm>
            <a:off x="4643437" y="1803543"/>
            <a:ext cx="4140000" cy="4536000"/>
          </a:xfrm>
        </p:spPr>
        <p:txBody>
          <a:bodyPr/>
          <a:lstStyle/>
          <a:p>
            <a:r>
              <a:rPr lang="en-US" dirty="0"/>
              <a:t>Click icon to add chart</a:t>
            </a:r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b="0"/>
            </a:lvl1pPr>
            <a:lvl2pPr marL="266700" indent="-266700">
              <a:buFont typeface="Arial" pitchFamily="34" charset="0"/>
              <a:buChar char="•"/>
              <a:tabLst/>
              <a:defRPr/>
            </a:lvl2pPr>
            <a:lvl3pPr marL="266700" indent="-266700">
              <a:buFont typeface="Arial" pitchFamily="34" charset="0"/>
              <a:buChar char="•"/>
              <a:defRPr i="1"/>
            </a:lvl3pPr>
            <a:lvl4pPr marL="539750" indent="-273050">
              <a:buFont typeface="Arial" pitchFamily="34" charset="0"/>
              <a:buChar char="−"/>
              <a:defRPr i="0"/>
            </a:lvl4pPr>
            <a:lvl5pPr marL="806450" indent="-2667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70113" y="295683"/>
            <a:ext cx="838800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70113" y="765175"/>
            <a:ext cx="8388000" cy="969282"/>
          </a:xfrm>
        </p:spPr>
        <p:txBody>
          <a:bodyPr>
            <a:normAutofit/>
          </a:bodyPr>
          <a:lstStyle>
            <a:lvl1pPr marL="0" indent="0">
              <a:buNone/>
              <a:defRPr sz="3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lific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787" y="2238199"/>
            <a:ext cx="4122000" cy="1800000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b="0"/>
            </a:lvl1pPr>
            <a:lvl2pPr marL="271463" indent="-271463">
              <a:spcBef>
                <a:spcPts val="600"/>
              </a:spcBef>
              <a:buFont typeface="Arial" pitchFamily="34" charset="0"/>
              <a:buChar char="•"/>
              <a:tabLst/>
              <a:defRPr/>
            </a:lvl2pPr>
            <a:lvl3pPr marL="274638" indent="-274638">
              <a:spcBef>
                <a:spcPts val="600"/>
              </a:spcBef>
              <a:buFont typeface="Arial" pitchFamily="34" charset="0"/>
              <a:buChar char="•"/>
              <a:defRPr i="1"/>
            </a:lvl3pPr>
            <a:lvl4pPr marL="534988" indent="-263525">
              <a:spcBef>
                <a:spcPts val="600"/>
              </a:spcBef>
              <a:buFont typeface="Arial" pitchFamily="34" charset="0"/>
              <a:buChar char="−"/>
              <a:defRPr i="0"/>
            </a:lvl4pPr>
            <a:lvl5pPr marL="806450" indent="-271463"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70113" y="295683"/>
            <a:ext cx="838800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70113" y="765175"/>
            <a:ext cx="8388000" cy="969282"/>
          </a:xfrm>
        </p:spPr>
        <p:txBody>
          <a:bodyPr>
            <a:normAutofit/>
          </a:bodyPr>
          <a:lstStyle>
            <a:lvl1pPr marL="0" indent="0">
              <a:buNone/>
              <a:defRPr sz="3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71788" y="1809583"/>
            <a:ext cx="4122000" cy="357187"/>
          </a:xfrm>
          <a:solidFill>
            <a:schemeClr val="accent3"/>
          </a:solidFill>
        </p:spPr>
        <p:txBody>
          <a:bodyPr anchor="ctr" anchorCtr="0"/>
          <a:lstStyle>
            <a:lvl1pPr marL="87313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5"/>
          </p:nvPr>
        </p:nvSpPr>
        <p:spPr>
          <a:xfrm>
            <a:off x="371787" y="4487651"/>
            <a:ext cx="4122000" cy="1800000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b="0"/>
            </a:lvl1pPr>
            <a:lvl2pPr marL="271463" indent="-271463">
              <a:spcBef>
                <a:spcPts val="600"/>
              </a:spcBef>
              <a:buFont typeface="Arial" pitchFamily="34" charset="0"/>
              <a:buChar char="•"/>
              <a:tabLst/>
              <a:defRPr/>
            </a:lvl2pPr>
            <a:lvl3pPr marL="274638" indent="-274638">
              <a:spcBef>
                <a:spcPts val="600"/>
              </a:spcBef>
              <a:buFont typeface="Arial" pitchFamily="34" charset="0"/>
              <a:buChar char="•"/>
              <a:defRPr i="1"/>
            </a:lvl3pPr>
            <a:lvl4pPr marL="534988" indent="-263525">
              <a:spcBef>
                <a:spcPts val="600"/>
              </a:spcBef>
              <a:buFont typeface="Arial" pitchFamily="34" charset="0"/>
              <a:buChar char="−"/>
              <a:defRPr i="0"/>
            </a:lvl4pPr>
            <a:lvl5pPr marL="806450" indent="-271463"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371788" y="4059035"/>
            <a:ext cx="4122000" cy="357187"/>
          </a:xfrm>
          <a:solidFill>
            <a:schemeClr val="accent3"/>
          </a:solidFill>
        </p:spPr>
        <p:txBody>
          <a:bodyPr anchor="ctr" anchorCtr="0"/>
          <a:lstStyle>
            <a:lvl1pPr marL="87313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7"/>
          </p:nvPr>
        </p:nvSpPr>
        <p:spPr>
          <a:xfrm>
            <a:off x="4620781" y="2238199"/>
            <a:ext cx="4122000" cy="1800000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b="0"/>
            </a:lvl1pPr>
            <a:lvl2pPr marL="271463" indent="-271463">
              <a:spcBef>
                <a:spcPts val="600"/>
              </a:spcBef>
              <a:buFont typeface="Arial" pitchFamily="34" charset="0"/>
              <a:buChar char="•"/>
              <a:tabLst/>
              <a:defRPr/>
            </a:lvl2pPr>
            <a:lvl3pPr marL="274638" indent="-274638">
              <a:spcBef>
                <a:spcPts val="600"/>
              </a:spcBef>
              <a:buFont typeface="Arial" pitchFamily="34" charset="0"/>
              <a:buChar char="•"/>
              <a:defRPr i="1"/>
            </a:lvl3pPr>
            <a:lvl4pPr marL="534988" indent="-263525">
              <a:spcBef>
                <a:spcPts val="600"/>
              </a:spcBef>
              <a:buFont typeface="Arial" pitchFamily="34" charset="0"/>
              <a:buChar char="−"/>
              <a:defRPr i="0"/>
            </a:lvl4pPr>
            <a:lvl5pPr marL="806450" indent="-271463"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20781" y="1809583"/>
            <a:ext cx="4122000" cy="357187"/>
          </a:xfrm>
          <a:solidFill>
            <a:schemeClr val="accent3"/>
          </a:solidFill>
        </p:spPr>
        <p:txBody>
          <a:bodyPr anchor="ctr" anchorCtr="0"/>
          <a:lstStyle>
            <a:lvl1pPr marL="87313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9"/>
          </p:nvPr>
        </p:nvSpPr>
        <p:spPr>
          <a:xfrm>
            <a:off x="4620781" y="4487651"/>
            <a:ext cx="4122000" cy="1800000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b="0"/>
            </a:lvl1pPr>
            <a:lvl2pPr marL="271463" indent="-271463">
              <a:spcBef>
                <a:spcPts val="600"/>
              </a:spcBef>
              <a:buFont typeface="Arial" pitchFamily="34" charset="0"/>
              <a:buChar char="•"/>
              <a:tabLst/>
              <a:defRPr/>
            </a:lvl2pPr>
            <a:lvl3pPr marL="274638" indent="-274638">
              <a:spcBef>
                <a:spcPts val="600"/>
              </a:spcBef>
              <a:buFont typeface="Arial" pitchFamily="34" charset="0"/>
              <a:buChar char="•"/>
              <a:defRPr i="1"/>
            </a:lvl3pPr>
            <a:lvl4pPr marL="534988" indent="-263525">
              <a:spcBef>
                <a:spcPts val="600"/>
              </a:spcBef>
              <a:buFont typeface="Arial" pitchFamily="34" charset="0"/>
              <a:buChar char="−"/>
              <a:defRPr i="0"/>
            </a:lvl4pPr>
            <a:lvl5pPr marL="806450" indent="-271463">
              <a:spcBef>
                <a:spcPts val="6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620781" y="4059035"/>
            <a:ext cx="4122000" cy="357187"/>
          </a:xfrm>
          <a:solidFill>
            <a:schemeClr val="accent3"/>
          </a:solidFill>
        </p:spPr>
        <p:txBody>
          <a:bodyPr anchor="ctr" anchorCtr="0"/>
          <a:lstStyle>
            <a:lvl1pPr marL="87313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20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for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3" y="1809101"/>
            <a:ext cx="4059011" cy="4536504"/>
          </a:xfrm>
        </p:spPr>
        <p:txBody>
          <a:bodyPr/>
          <a:lstStyle>
            <a:lvl1pPr marL="0" indent="0">
              <a:buNone/>
              <a:defRPr b="0"/>
            </a:lvl1pPr>
            <a:lvl2pPr marL="266700" indent="-266700">
              <a:buFont typeface="Arial" pitchFamily="34" charset="0"/>
              <a:buChar char="•"/>
              <a:tabLst/>
              <a:defRPr/>
            </a:lvl2pPr>
            <a:lvl3pPr marL="266700" indent="-266700">
              <a:buFont typeface="Arial" pitchFamily="34" charset="0"/>
              <a:buChar char="•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70113" y="295683"/>
            <a:ext cx="4059011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70113" y="765175"/>
            <a:ext cx="4059011" cy="969282"/>
          </a:xfrm>
        </p:spPr>
        <p:txBody>
          <a:bodyPr>
            <a:normAutofit/>
          </a:bodyPr>
          <a:lstStyle>
            <a:lvl1pPr marL="0" indent="0">
              <a:buNone/>
              <a:defRPr sz="30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 and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710" y="1812925"/>
            <a:ext cx="4619657" cy="4187843"/>
          </a:xfrm>
        </p:spPr>
        <p:txBody>
          <a:bodyPr/>
          <a:lstStyle>
            <a:lvl1pPr marL="0" indent="0">
              <a:buNone/>
              <a:defRPr b="0"/>
            </a:lvl1pPr>
            <a:lvl2pPr marL="266700" indent="-266700">
              <a:buFont typeface="Arial" pitchFamily="34" charset="0"/>
              <a:buChar char="•"/>
              <a:tabLst/>
              <a:defRPr/>
            </a:lvl2pPr>
            <a:lvl3pPr marL="266700" indent="-266700">
              <a:buFont typeface="Arial" pitchFamily="34" charset="0"/>
              <a:buChar char="•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566710" y="722451"/>
            <a:ext cx="4619916" cy="109047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30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Slide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3" y="295200"/>
            <a:ext cx="6845093" cy="5988439"/>
          </a:xfrm>
        </p:spPr>
        <p:txBody>
          <a:bodyPr>
            <a:noAutofit/>
          </a:bodyPr>
          <a:lstStyle>
            <a:lvl1pPr marL="0" indent="0">
              <a:buNone/>
              <a:defRPr sz="3000" b="0">
                <a:solidFill>
                  <a:schemeClr val="bg1"/>
                </a:solidFill>
              </a:defRPr>
            </a:lvl1pPr>
            <a:lvl2pPr marL="0" indent="0">
              <a:buNone/>
              <a:tabLst/>
              <a:defRPr sz="3000" b="0">
                <a:solidFill>
                  <a:schemeClr val="bg1"/>
                </a:solidFill>
              </a:defRPr>
            </a:lvl2pPr>
            <a:lvl3pPr marL="274638" indent="-274638">
              <a:buFont typeface="Arial" pitchFamily="34" charset="0"/>
              <a:buChar char="•"/>
              <a:defRPr sz="3000" b="0">
                <a:solidFill>
                  <a:schemeClr val="bg1"/>
                </a:solidFill>
              </a:defRPr>
            </a:lvl3pPr>
            <a:lvl4pPr>
              <a:defRPr sz="3000" b="0">
                <a:solidFill>
                  <a:schemeClr val="bg1"/>
                </a:solidFill>
              </a:defRPr>
            </a:lvl4pPr>
            <a:lvl5pPr>
              <a:defRPr sz="30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Slid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3" y="295200"/>
            <a:ext cx="6845093" cy="5988439"/>
          </a:xfrm>
        </p:spPr>
        <p:txBody>
          <a:bodyPr>
            <a:noAutofit/>
          </a:bodyPr>
          <a:lstStyle>
            <a:lvl1pPr marL="0" indent="0">
              <a:buNone/>
              <a:defRPr sz="3000" b="0">
                <a:solidFill>
                  <a:schemeClr val="bg1"/>
                </a:solidFill>
              </a:defRPr>
            </a:lvl1pPr>
            <a:lvl2pPr marL="0" indent="0">
              <a:buNone/>
              <a:tabLst/>
              <a:defRPr sz="3000" b="0">
                <a:solidFill>
                  <a:schemeClr val="bg1"/>
                </a:solidFill>
              </a:defRPr>
            </a:lvl2pPr>
            <a:lvl3pPr marL="274638" indent="-274638">
              <a:buFont typeface="Arial" pitchFamily="34" charset="0"/>
              <a:buChar char="•"/>
              <a:defRPr sz="3000" b="0">
                <a:solidFill>
                  <a:schemeClr val="bg1"/>
                </a:solidFill>
              </a:defRPr>
            </a:lvl3pPr>
            <a:lvl4pPr>
              <a:defRPr sz="3000" b="0">
                <a:solidFill>
                  <a:schemeClr val="bg1"/>
                </a:solidFill>
              </a:defRPr>
            </a:lvl4pPr>
            <a:lvl5pPr>
              <a:defRPr sz="30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Slid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3" y="295200"/>
            <a:ext cx="6845093" cy="5988439"/>
          </a:xfrm>
        </p:spPr>
        <p:txBody>
          <a:bodyPr>
            <a:noAutofit/>
          </a:bodyPr>
          <a:lstStyle>
            <a:lvl1pPr marL="0" indent="0">
              <a:buNone/>
              <a:defRPr sz="3000" b="0">
                <a:solidFill>
                  <a:schemeClr val="bg1"/>
                </a:solidFill>
              </a:defRPr>
            </a:lvl1pPr>
            <a:lvl2pPr marL="0" indent="0">
              <a:buNone/>
              <a:tabLst/>
              <a:defRPr sz="3000" b="0">
                <a:solidFill>
                  <a:schemeClr val="bg1"/>
                </a:solidFill>
              </a:defRPr>
            </a:lvl2pPr>
            <a:lvl3pPr marL="274638" indent="-274638">
              <a:buFont typeface="Arial" pitchFamily="34" charset="0"/>
              <a:buChar char="•"/>
              <a:defRPr sz="3000" b="0">
                <a:solidFill>
                  <a:schemeClr val="bg1"/>
                </a:solidFill>
              </a:defRPr>
            </a:lvl3pPr>
            <a:lvl4pPr>
              <a:defRPr sz="3000" b="0">
                <a:solidFill>
                  <a:schemeClr val="bg1"/>
                </a:solidFill>
              </a:defRPr>
            </a:lvl4pPr>
            <a:lvl5pPr>
              <a:defRPr sz="30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3" y="1812925"/>
            <a:ext cx="8388000" cy="4345990"/>
          </a:xfrm>
        </p:spPr>
        <p:txBody>
          <a:bodyPr>
            <a:noAutofit/>
          </a:bodyPr>
          <a:lstStyle>
            <a:lvl1pPr marL="0" indent="0">
              <a:spcBef>
                <a:spcPts val="1800"/>
              </a:spcBef>
              <a:spcAft>
                <a:spcPts val="0"/>
              </a:spcAft>
              <a:buNone/>
              <a:defRPr sz="1800" b="0">
                <a:solidFill>
                  <a:schemeClr val="bg1"/>
                </a:solidFill>
              </a:defRPr>
            </a:lvl1pPr>
            <a:lvl2pPr marL="268288" indent="-268288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tabLst/>
              <a:defRPr sz="1800" b="0">
                <a:solidFill>
                  <a:schemeClr val="bg1"/>
                </a:solidFill>
              </a:defRPr>
            </a:lvl2pPr>
            <a:lvl3pPr marL="274638" indent="-274638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800" b="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−"/>
              <a:defRPr sz="1800" b="0">
                <a:solidFill>
                  <a:schemeClr val="bg1"/>
                </a:solidFill>
              </a:defRPr>
            </a:lvl4pPr>
            <a:lvl5pPr marL="806450" indent="-26670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−"/>
              <a:defRPr sz="18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70113" y="295200"/>
            <a:ext cx="8388000" cy="144141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30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735808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3" y="1812925"/>
            <a:ext cx="8388000" cy="4345990"/>
          </a:xfrm>
        </p:spPr>
        <p:txBody>
          <a:bodyPr>
            <a:noAutofit/>
          </a:bodyPr>
          <a:lstStyle>
            <a:lvl1pPr marL="0" indent="0">
              <a:spcBef>
                <a:spcPts val="180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</a:defRPr>
            </a:lvl1pPr>
            <a:lvl2pPr marL="268288" indent="-268288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tabLst/>
              <a:defRPr sz="1800" b="0">
                <a:solidFill>
                  <a:schemeClr val="tx2"/>
                </a:solidFill>
              </a:defRPr>
            </a:lvl2pPr>
            <a:lvl3pPr marL="274638" indent="-274638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800" b="0">
                <a:solidFill>
                  <a:schemeClr val="tx2"/>
                </a:solidFill>
              </a:defRPr>
            </a:lvl3pPr>
            <a:lvl4pPr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−"/>
              <a:defRPr sz="1800" b="0">
                <a:solidFill>
                  <a:schemeClr val="tx2"/>
                </a:solidFill>
              </a:defRPr>
            </a:lvl4pPr>
            <a:lvl5pPr marL="806450" indent="-26670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−"/>
              <a:defRPr sz="1800" b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70113" y="295200"/>
            <a:ext cx="8388000" cy="144141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3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211" y="1812925"/>
            <a:ext cx="8415313" cy="973133"/>
          </a:xfrm>
        </p:spPr>
        <p:txBody>
          <a:bodyPr anchor="t">
            <a:noAutofit/>
          </a:bodyPr>
          <a:lstStyle>
            <a:lvl1pPr algn="l">
              <a:defRPr sz="4600" b="0" cap="none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57188" y="2787770"/>
            <a:ext cx="8429654" cy="3200080"/>
          </a:xfrm>
        </p:spPr>
        <p:txBody>
          <a:bodyPr>
            <a:noAutofit/>
          </a:bodyPr>
          <a:lstStyle>
            <a:lvl1pPr marL="0" indent="0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211" y="1812925"/>
            <a:ext cx="8415313" cy="973133"/>
          </a:xfrm>
        </p:spPr>
        <p:txBody>
          <a:bodyPr anchor="t">
            <a:noAutofit/>
          </a:bodyPr>
          <a:lstStyle>
            <a:lvl1pPr algn="l">
              <a:defRPr sz="6000" b="0" cap="none" baseline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57188" y="2787770"/>
            <a:ext cx="8429654" cy="3200080"/>
          </a:xfrm>
        </p:spPr>
        <p:txBody>
          <a:bodyPr>
            <a:noAutofit/>
          </a:bodyPr>
          <a:lstStyle>
            <a:lvl1pPr marL="0" indent="0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211" y="1812925"/>
            <a:ext cx="8415313" cy="973133"/>
          </a:xfrm>
        </p:spPr>
        <p:txBody>
          <a:bodyPr anchor="t">
            <a:noAutofit/>
          </a:bodyPr>
          <a:lstStyle>
            <a:lvl1pPr algn="l">
              <a:defRPr sz="6000" b="0" cap="none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57188" y="2787770"/>
            <a:ext cx="8429654" cy="3200080"/>
          </a:xfrm>
        </p:spPr>
        <p:txBody>
          <a:bodyPr>
            <a:noAutofit/>
          </a:bodyPr>
          <a:lstStyle>
            <a:lvl1pPr marL="0" indent="0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ith 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736" y="1812925"/>
            <a:ext cx="8348667" cy="758819"/>
          </a:xfrm>
        </p:spPr>
        <p:txBody>
          <a:bodyPr anchor="t">
            <a:noAutofit/>
          </a:bodyPr>
          <a:lstStyle>
            <a:lvl1pPr algn="l">
              <a:defRPr sz="48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66737" y="2571744"/>
            <a:ext cx="8348667" cy="3200080"/>
          </a:xfrm>
        </p:spPr>
        <p:txBody>
          <a:bodyPr>
            <a:noAutofit/>
          </a:bodyPr>
          <a:lstStyle>
            <a:lvl1pPr marL="0" indent="0">
              <a:buNone/>
              <a:defRPr sz="480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7"/>
          <p:cNvSpPr txBox="1">
            <a:spLocks/>
          </p:cNvSpPr>
          <p:nvPr userDrawn="1"/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5CC1D26-A9BD-4BDE-BDD9-08EDBAE96860}" type="slidenum">
              <a:rPr lang="en-GB" smtClean="0">
                <a:solidFill>
                  <a:srgbClr val="8C8C8C"/>
                </a:solidFill>
              </a:rPr>
              <a:pPr/>
              <a:t>‹#›</a:t>
            </a:fld>
            <a:endParaRPr lang="en-GB" dirty="0">
              <a:solidFill>
                <a:srgbClr val="8C8C8C"/>
              </a:solidFill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ith Im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737" y="1812925"/>
            <a:ext cx="2776504" cy="544505"/>
          </a:xfrm>
        </p:spPr>
        <p:txBody>
          <a:bodyPr anchor="t">
            <a:noAutofit/>
          </a:bodyPr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66737" y="2374056"/>
            <a:ext cx="2776503" cy="3555274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EL_PRI_RGB.gif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632" y="3917937"/>
            <a:ext cx="1720800" cy="32253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0113" y="295683"/>
            <a:ext cx="8388000" cy="15161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0800" y="1809101"/>
            <a:ext cx="8388000" cy="45365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327" y="6407835"/>
            <a:ext cx="7559473" cy="252000"/>
          </a:xfrm>
          <a:prstGeom prst="rect">
            <a:avLst/>
          </a:prstGeom>
        </p:spPr>
        <p:txBody>
          <a:bodyPr vert="horz" lIns="3600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dirty="0"/>
              <a:t>© 2014 Deloitte MCS Limited. Private and confidential.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370800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77" r:id="rId3"/>
    <p:sldLayoutId id="2147483650" r:id="rId4"/>
    <p:sldLayoutId id="2147483678" r:id="rId5"/>
    <p:sldLayoutId id="2147483674" r:id="rId6"/>
    <p:sldLayoutId id="2147483660" r:id="rId7"/>
    <p:sldLayoutId id="2147483679" r:id="rId8"/>
    <p:sldLayoutId id="2147483672" r:id="rId9"/>
    <p:sldLayoutId id="2147483673" r:id="rId10"/>
    <p:sldLayoutId id="2147483671" r:id="rId11"/>
    <p:sldLayoutId id="2147483675" r:id="rId12"/>
    <p:sldLayoutId id="2147483676" r:id="rId13"/>
    <p:sldLayoutId id="2147483663" r:id="rId14"/>
    <p:sldLayoutId id="2147483665" r:id="rId15"/>
    <p:sldLayoutId id="2147483651" r:id="rId16"/>
    <p:sldLayoutId id="2147483680" r:id="rId17"/>
    <p:sldLayoutId id="2147483681" r:id="rId18"/>
    <p:sldLayoutId id="2147483669" r:id="rId19"/>
    <p:sldLayoutId id="2147483670" r:id="rId20"/>
    <p:sldLayoutId id="2147483652" r:id="rId21"/>
  </p:sldLayoutIdLst>
  <p:transition>
    <p:fade/>
  </p:transition>
  <p:hf hdr="0" ftr="0" dt="0"/>
  <p:txStyles>
    <p:titleStyle>
      <a:lvl1pPr algn="l" defTabSz="914400" rtl="0" eaLnBrk="1" latinLnBrk="0" hangingPunct="1">
        <a:spcBef>
          <a:spcPct val="0"/>
        </a:spcBef>
        <a:buNone/>
        <a:defRPr sz="3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1200"/>
        </a:spcBef>
        <a:buFont typeface="Arial" pitchFamily="34" charset="0"/>
        <a:buNone/>
        <a:defRPr sz="180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266700" indent="-266700" algn="l" defTabSz="914400" rtl="0" eaLnBrk="1" latinLnBrk="0" hangingPunct="1">
        <a:spcBef>
          <a:spcPts val="1200"/>
        </a:spcBef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266700" indent="-266700" algn="l" defTabSz="914400" rtl="0" eaLnBrk="1" latinLnBrk="0" hangingPunct="1">
        <a:spcBef>
          <a:spcPts val="1200"/>
        </a:spcBef>
        <a:buFont typeface="Arial" pitchFamily="34" charset="0"/>
        <a:buChar char="•"/>
        <a:defRPr sz="1800" i="1" kern="1200">
          <a:solidFill>
            <a:schemeClr val="tx2"/>
          </a:solidFill>
          <a:latin typeface="+mn-lt"/>
          <a:ea typeface="+mn-ea"/>
          <a:cs typeface="+mn-cs"/>
        </a:defRPr>
      </a:lvl3pPr>
      <a:lvl4pPr marL="539750" indent="-273050" algn="l" defTabSz="914400" rtl="0" eaLnBrk="1" latinLnBrk="0" hangingPunct="1">
        <a:spcBef>
          <a:spcPts val="1200"/>
        </a:spcBef>
        <a:buFont typeface="Arial" pitchFamily="34" charset="0"/>
        <a:buChar char="−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806450" indent="-266700" algn="l" defTabSz="914400" rtl="0" eaLnBrk="1" latinLnBrk="0" hangingPunct="1">
        <a:spcBef>
          <a:spcPts val="1200"/>
        </a:spcBef>
        <a:buFont typeface="Arial" pitchFamily="34" charset="0"/>
        <a:buChar char="−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296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2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4000" y="108000"/>
            <a:ext cx="57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Karthik Sankaran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" y="576000"/>
            <a:ext cx="612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AED6F1"/>
                </a:solidFill>
                <a:latin typeface="Calibri"/>
              </a:rPr>
              <a:t>Senior Manager  |  </a:t>
            </a:r>
            <a:r>
              <a:rPr lang="en-GB" sz="1000" b="0" i="0" dirty="0">
                <a:solidFill>
                  <a:srgbClr val="AED6F1"/>
                </a:solidFill>
                <a:latin typeface="Calibri"/>
              </a:rPr>
              <a:t>Engineering as a Service / Operate</a:t>
            </a:r>
            <a:r>
              <a:rPr sz="1000" b="0" i="0" dirty="0">
                <a:solidFill>
                  <a:srgbClr val="AED6F1"/>
                </a:solidFill>
                <a:latin typeface="Calibri"/>
              </a:rPr>
              <a:t>|  Azure Cloud &amp; Infrastructure </a:t>
            </a:r>
            <a:r>
              <a:rPr lang="en-GB" sz="1000" b="0" i="0" dirty="0">
                <a:solidFill>
                  <a:srgbClr val="AED6F1"/>
                </a:solidFill>
                <a:latin typeface="Calibri"/>
              </a:rPr>
              <a:t>SME</a:t>
            </a:r>
            <a:endParaRPr sz="1000" b="0" i="0" dirty="0">
              <a:solidFill>
                <a:srgbClr val="AED6F1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000" y="846000"/>
            <a:ext cx="885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Azure-specialised cloud leader · 30+ years experience · Enterprise migrations, landing zones, hybrid cloud &amp; DevOps for global FS, Manufacturing &amp; Media clients · £1.2M Azure savings · 15,000-user rollout · Accenture &amp; Deloitte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96000"/>
            <a:ext cx="3060000" cy="5562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296000"/>
            <a:ext cx="3060000" cy="19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000" y="1314000"/>
            <a:ext cx="295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Azure Core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" y="1494000"/>
            <a:ext cx="2916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Azure Landing Zone (Open Cloud Framework)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Hybrid Cloud Design &amp; Implementation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Azure Migration (DC → Cloud, eCommerce)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Azure Optimisation &amp; Cost Redesign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Azure Virtual Network &amp; Networking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Azure IAM, RBAC &amp; Security Centre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Azure Monitor &amp; Log Analytics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Azure Backup &amp; Disaster Recovery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Azure Virtual Desktop / VDI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Azure Policy &amp; Governance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2826000"/>
            <a:ext cx="3060000" cy="19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000" y="2844000"/>
            <a:ext cx="295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DevOps &amp;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" y="3024000"/>
            <a:ext cx="2916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Terraform IaC (Azure &amp; multi-cloud)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Azure DevOps Pipelines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Buildkite CI/CD pipelines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GitHub Actions workflows</a:t>
            </a:r>
          </a:p>
          <a:p>
            <a:pPr algn="l">
              <a:spcBef>
                <a:spcPts val="100"/>
              </a:spcBef>
            </a:pPr>
            <a:r>
              <a:rPr sz="850">
                <a:solidFill>
                  <a:srgbClr val="1A1A1A"/>
                </a:solidFill>
                <a:latin typeface="Calibri"/>
              </a:rPr>
              <a:t>▸  SCCM / OS deployment automation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3924000"/>
            <a:ext cx="3060000" cy="19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000" y="3942000"/>
            <a:ext cx="295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Azure Certifications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00" y="4122000"/>
            <a:ext cx="2916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</a:pPr>
            <a:r>
              <a:rPr sz="819">
                <a:solidFill>
                  <a:srgbClr val="1A1A1A"/>
                </a:solidFill>
                <a:latin typeface="Calibri"/>
              </a:rPr>
              <a:t>▸  MS: Azure Solutions Architect Expert</a:t>
            </a:r>
          </a:p>
          <a:p>
            <a:pPr algn="l">
              <a:spcBef>
                <a:spcPts val="100"/>
              </a:spcBef>
            </a:pPr>
            <a:r>
              <a:rPr sz="819">
                <a:solidFill>
                  <a:srgbClr val="1A1A1A"/>
                </a:solidFill>
                <a:latin typeface="Calibri"/>
              </a:rPr>
              <a:t>▸  MS: DevOps Engineer Expert</a:t>
            </a:r>
          </a:p>
          <a:p>
            <a:pPr algn="l">
              <a:spcBef>
                <a:spcPts val="100"/>
              </a:spcBef>
            </a:pPr>
            <a:r>
              <a:rPr sz="819">
                <a:solidFill>
                  <a:srgbClr val="1A1A1A"/>
                </a:solidFill>
                <a:latin typeface="Calibri"/>
              </a:rPr>
              <a:t>▸  MS: Azure Solutions Architect Design</a:t>
            </a:r>
          </a:p>
          <a:p>
            <a:pPr algn="l">
              <a:spcBef>
                <a:spcPts val="100"/>
              </a:spcBef>
            </a:pPr>
            <a:r>
              <a:rPr sz="819">
                <a:solidFill>
                  <a:srgbClr val="1A1A1A"/>
                </a:solidFill>
                <a:latin typeface="Calibri"/>
              </a:rPr>
              <a:t>▸  MCSE: Cloud Platform &amp; Infrastructure</a:t>
            </a:r>
          </a:p>
          <a:p>
            <a:pPr algn="l">
              <a:spcBef>
                <a:spcPts val="100"/>
              </a:spcBef>
            </a:pPr>
            <a:r>
              <a:rPr sz="819">
                <a:solidFill>
                  <a:srgbClr val="1A1A1A"/>
                </a:solidFill>
                <a:latin typeface="Calibri"/>
              </a:rPr>
              <a:t>▸  MCSA: Cloud Platform</a:t>
            </a:r>
          </a:p>
          <a:p>
            <a:pPr algn="l">
              <a:spcBef>
                <a:spcPts val="100"/>
              </a:spcBef>
            </a:pPr>
            <a:r>
              <a:rPr sz="819">
                <a:solidFill>
                  <a:srgbClr val="1A1A1A"/>
                </a:solidFill>
                <a:latin typeface="Calibri"/>
              </a:rPr>
              <a:t>▸  MS: Server Virtualisation (Hyper-V)</a:t>
            </a:r>
          </a:p>
          <a:p>
            <a:pPr algn="l">
              <a:spcBef>
                <a:spcPts val="100"/>
              </a:spcBef>
            </a:pPr>
            <a:r>
              <a:rPr sz="819">
                <a:solidFill>
                  <a:srgbClr val="1A1A1A"/>
                </a:solidFill>
                <a:latin typeface="Calibri"/>
              </a:rPr>
              <a:t>▸  AWS: Solutions Architect Associate</a:t>
            </a:r>
          </a:p>
          <a:p>
            <a:pPr algn="l">
              <a:spcBef>
                <a:spcPts val="100"/>
              </a:spcBef>
            </a:pPr>
            <a:r>
              <a:rPr sz="819">
                <a:solidFill>
                  <a:srgbClr val="1A1A1A"/>
                </a:solidFill>
                <a:latin typeface="Calibri"/>
              </a:rPr>
              <a:t>▸  Google Cloud: Assoc. Cloud Engineer</a:t>
            </a:r>
          </a:p>
          <a:p>
            <a:pPr algn="l">
              <a:spcBef>
                <a:spcPts val="100"/>
              </a:spcBef>
            </a:pPr>
            <a:r>
              <a:rPr sz="819">
                <a:solidFill>
                  <a:srgbClr val="1A1A1A"/>
                </a:solidFill>
                <a:latin typeface="Calibri"/>
              </a:rPr>
              <a:t>▸  ITIL V4  ·  ScrumMaster®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68000" y="1296000"/>
            <a:ext cx="5903999" cy="19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40000" y="1314000"/>
            <a:ext cx="579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Azure Project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22000" y="1494000"/>
            <a:ext cx="583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Global Insurance Broker — Azure Migration  |  Accenture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22000" y="1648800"/>
            <a:ext cx="5832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0078D4"/>
                </a:solidFill>
                <a:latin typeface="Calibri"/>
              </a:rPr>
              <a:t>Data Centre Lead &amp; Azure SME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22000" y="1756800"/>
            <a:ext cx="5832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1">
                <a:solidFill>
                  <a:srgbClr val="1E8449"/>
                </a:solidFill>
                <a:latin typeface="Calibri"/>
              </a:rPr>
              <a:t>£1.2M savings  ·  UK-first financial cloud migration  ·  E2E delivery 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76000" y="1864800"/>
            <a:ext cx="5759999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Calibri"/>
              </a:rPr>
              <a:t>▸  Led UK-first large-scale migration of financial apps &amp; infrastructure to Azure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6000" y="1980000"/>
            <a:ext cx="5759999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Calibri"/>
              </a:rPr>
              <a:t>▸  Delivery lead for ecommerce DC-to-Azure migration; Finance Transformation architect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6000" y="2095200"/>
            <a:ext cx="5759999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Calibri"/>
              </a:rPr>
              <a:t>▸  Azure Optimisation &amp; Redesign — reduced cloud spend by ~£1.2 million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22000" y="2275200"/>
            <a:ext cx="583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Global Manufacturing — Azure Landing Zone &amp; Hybrid Cloud  |  Deloitte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22000" y="2430000"/>
            <a:ext cx="5832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0078D4"/>
                </a:solidFill>
                <a:latin typeface="Calibri"/>
              </a:rPr>
              <a:t>Azure Workstream Lead &amp; Cloud Architect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22000" y="2538000"/>
            <a:ext cx="5832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1">
                <a:solidFill>
                  <a:srgbClr val="1E8449"/>
                </a:solidFill>
                <a:latin typeface="Calibri"/>
              </a:rPr>
              <a:t>Enterprise Landing Zone  ·  Global multi-site  ·  Terraform + Buildkite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76000" y="2646000"/>
            <a:ext cx="5759999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Calibri"/>
              </a:rPr>
              <a:t>▸  Architected enterprise-scale Azure landing zone (Open Cloud Framework) — global BU sites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76000" y="2761200"/>
            <a:ext cx="5759999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Calibri"/>
              </a:rPr>
              <a:t>▸  Terraform IaC deployed via Buildkite pipelines for repeatable, auditable delivery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22000" y="2941200"/>
            <a:ext cx="583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UAE Retail Bank — Digital Banking Platform  |  Deloitte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22000" y="3096000"/>
            <a:ext cx="5832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0078D4"/>
                </a:solidFill>
                <a:latin typeface="Calibri"/>
              </a:rPr>
              <a:t>Azure Infrastructure DevOps Engineer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22000" y="3204000"/>
            <a:ext cx="5832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1">
                <a:solidFill>
                  <a:srgbClr val="1E8449"/>
                </a:solidFill>
                <a:latin typeface="Calibri"/>
              </a:rPr>
              <a:t>Financial Services  ·  Regulated environment  ·  Terraform + Azure DevOps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76000" y="3312000"/>
            <a:ext cx="5759999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Calibri"/>
              </a:rPr>
              <a:t>▸  Designed &amp; implemented Azure cloud infrastructure for new digital banking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22000" y="3492000"/>
            <a:ext cx="583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Market Platform Provider — Digital Market Platform  |  Deloitte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22000" y="3646800"/>
            <a:ext cx="5832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0078D4"/>
                </a:solidFill>
                <a:latin typeface="Calibri"/>
              </a:rPr>
              <a:t>Azure Infrastructure DevOps Engineer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22000" y="3754800"/>
            <a:ext cx="5832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1">
                <a:solidFill>
                  <a:srgbClr val="1E8449"/>
                </a:solidFill>
                <a:latin typeface="Calibri"/>
              </a:rPr>
              <a:t>Azure DevOps  ·  Platform engineering  ·  Pipeline automation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76000" y="3862800"/>
            <a:ext cx="5759999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Calibri"/>
              </a:rPr>
              <a:t>▸  Azure Infrastructure DevOps for Digital Market Platform Support &amp; automation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22000" y="4042800"/>
            <a:ext cx="583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UK Communications &amp; Media — Cisco WebEx Rollout  |  Accenture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22000" y="4197600"/>
            <a:ext cx="5832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0078D4"/>
                </a:solidFill>
                <a:latin typeface="Calibri"/>
              </a:rPr>
              <a:t>Technology Lead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22000" y="4305600"/>
            <a:ext cx="5832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1">
                <a:solidFill>
                  <a:srgbClr val="1E8449"/>
                </a:solidFill>
                <a:latin typeface="Calibri"/>
              </a:rPr>
              <a:t>15,000-user enterprise rollout  ·  Cross-functional delivery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76000" y="4413600"/>
            <a:ext cx="5759999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Calibri"/>
              </a:rPr>
              <a:t>▸  Led technical release &amp; enterprise-wide adoption of Cisco WebEx to 15,000 users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22000" y="4593600"/>
            <a:ext cx="583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F72"/>
                </a:solidFill>
                <a:latin typeface="Calibri"/>
              </a:rPr>
              <a:t>UK Retail Bank — Cloud Enablement &amp; Architecture  |  Accenture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22000" y="4748400"/>
            <a:ext cx="5832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0078D4"/>
                </a:solidFill>
                <a:latin typeface="Calibri"/>
              </a:rPr>
              <a:t>Delivery Lead &amp; Cloud Architect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22000" y="4856400"/>
            <a:ext cx="58320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1">
                <a:solidFill>
                  <a:srgbClr val="1E8449"/>
                </a:solidFill>
                <a:latin typeface="Calibri"/>
              </a:rPr>
              <a:t>Cloud-native reference architectures  ·  Stakeholder enablement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76000" y="4964400"/>
            <a:ext cx="5759999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1A1A1A"/>
                </a:solidFill>
                <a:latin typeface="Calibri"/>
              </a:rPr>
              <a:t>▸  Developed cloud-native reference architectures; worked with client architects on Azure strategy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660000"/>
            <a:ext cx="9144000" cy="19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44000" y="6685200"/>
            <a:ext cx="540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Calibri"/>
              </a:rPr>
              <a:t>Deloitte  2020–Present  ·  Accenture  2016–2020  ·  Avanade  2011–2015  ·  Barclays Capital  2007–2011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000" y="6685200"/>
            <a:ext cx="331199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ED6F1"/>
                </a:solidFill>
                <a:latin typeface="Calibri"/>
              </a:rPr>
              <a:t>MCA First Class  ·  BSc Maths First Class  ·  School Governor 2018–present</a:t>
            </a:r>
          </a:p>
        </p:txBody>
      </p:sp>
    </p:spTree>
    <p:extLst>
      <p:ext uri="{BB962C8B-B14F-4D97-AF65-F5344CB8AC3E}">
        <p14:creationId xmlns:p14="http://schemas.microsoft.com/office/powerpoint/2010/main" val="1226791700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Deloitte Presentation Screen Template 050214">
  <a:themeElements>
    <a:clrScheme name="Custom 98">
      <a:dk1>
        <a:sysClr val="windowText" lastClr="000000"/>
      </a:dk1>
      <a:lt1>
        <a:sysClr val="window" lastClr="FFFFFF"/>
      </a:lt1>
      <a:dk2>
        <a:srgbClr val="313131"/>
      </a:dk2>
      <a:lt2>
        <a:srgbClr val="FFFFFF"/>
      </a:lt2>
      <a:accent1>
        <a:srgbClr val="002776"/>
      </a:accent1>
      <a:accent2>
        <a:srgbClr val="81BC00"/>
      </a:accent2>
      <a:accent3>
        <a:srgbClr val="00A1DE"/>
      </a:accent3>
      <a:accent4>
        <a:srgbClr val="3C8A2E"/>
      </a:accent4>
      <a:accent5>
        <a:srgbClr val="575757"/>
      </a:accent5>
      <a:accent6>
        <a:srgbClr val="BDD203"/>
      </a:accent6>
      <a:hlink>
        <a:srgbClr val="00A1DE"/>
      </a:hlink>
      <a:folHlink>
        <a:srgbClr val="72C7E7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FE858C41CE974A8B94780EEDAB2E37" ma:contentTypeVersion="11" ma:contentTypeDescription="Create a new document." ma:contentTypeScope="" ma:versionID="eb8a7eae53426165dde792449bc856a3">
  <xsd:schema xmlns:xsd="http://www.w3.org/2001/XMLSchema" xmlns:xs="http://www.w3.org/2001/XMLSchema" xmlns:p="http://schemas.microsoft.com/office/2006/metadata/properties" xmlns:ns3="9aa78558-f584-40df-9116-e144d941eef4" xmlns:ns4="ea9b2606-71e8-46a1-ab60-e133389d78cb" targetNamespace="http://schemas.microsoft.com/office/2006/metadata/properties" ma:root="true" ma:fieldsID="2749c289c26332b715b2115262c12543" ns3:_="" ns4:_="">
    <xsd:import namespace="9aa78558-f584-40df-9116-e144d941eef4"/>
    <xsd:import namespace="ea9b2606-71e8-46a1-ab60-e133389d78c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a78558-f584-40df-9116-e144d941ee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9b2606-71e8-46a1-ab60-e133389d78c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2DA6573-E63E-4DE9-B5AD-C0E4F9CB35E8}">
  <ds:schemaRefs>
    <ds:schemaRef ds:uri="http://schemas.microsoft.com/office/2006/documentManagement/types"/>
    <ds:schemaRef ds:uri="9aa78558-f584-40df-9116-e144d941eef4"/>
    <ds:schemaRef ds:uri="http://schemas.microsoft.com/office/2006/metadata/properties"/>
    <ds:schemaRef ds:uri="http://purl.org/dc/elements/1.1/"/>
    <ds:schemaRef ds:uri="http://purl.org/dc/terms/"/>
    <ds:schemaRef ds:uri="ea9b2606-71e8-46a1-ab60-e133389d78cb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78541BF-C294-48C0-A70C-212C0D428A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a78558-f584-40df-9116-e144d941eef4"/>
    <ds:schemaRef ds:uri="ea9b2606-71e8-46a1-ab60-e133389d78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7785E4C-36DC-49F2-AEC9-DCFC29589D5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89256c7-9946-44df-b379-51beb93fd2d9}" enabled="1" method="Privilege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503</Words>
  <Application>Microsoft Macintosh PowerPoint</Application>
  <PresentationFormat>On-screen Show (4:3)</PresentationFormat>
  <Paragraphs>62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Deloitte Presentation Screen Template 050214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2014-10-14T15:09:12Z</dcterms:created>
  <dcterms:modified xsi:type="dcterms:W3CDTF">2026-06-01T13:13:19Z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0x01010083FE858C41CE974A8B94780EEDAB2E37</vt:lpwstr>
  </property>
  <property fmtid="{D5CDD505-2E9C-101B-9397-08002B2CF9AE}" pid="3" name="MSIP_Label_589256c7-9946-44df-b379-51beb93fd2d9_Enabled">
    <vt:lpwstr>true</vt:lpwstr>
  </property>
  <property fmtid="{D5CDD505-2E9C-101B-9397-08002B2CF9AE}" pid="4" name="MSIP_Label_589256c7-9946-44df-b379-51beb93fd2d9_SetDate">
    <vt:lpwstr>2021-06-28T11:48:08Z</vt:lpwstr>
  </property>
  <property fmtid="{D5CDD505-2E9C-101B-9397-08002B2CF9AE}" pid="5" name="MSIP_Label_589256c7-9946-44df-b379-51beb93fd2d9_Method">
    <vt:lpwstr>Privileged</vt:lpwstr>
  </property>
  <property fmtid="{D5CDD505-2E9C-101B-9397-08002B2CF9AE}" pid="6" name="MSIP_Label_589256c7-9946-44df-b379-51beb93fd2d9_Name">
    <vt:lpwstr>589256c7-9946-44df-b379-51beb93fd2d9</vt:lpwstr>
  </property>
  <property fmtid="{D5CDD505-2E9C-101B-9397-08002B2CF9AE}" pid="7" name="MSIP_Label_589256c7-9946-44df-b379-51beb93fd2d9_SiteId">
    <vt:lpwstr>36da45f1-dd2c-4d1f-af13-5abe46b99921</vt:lpwstr>
  </property>
  <property fmtid="{D5CDD505-2E9C-101B-9397-08002B2CF9AE}" pid="8" name="MSIP_Label_589256c7-9946-44df-b379-51beb93fd2d9_ActionId">
    <vt:lpwstr>4cb58e3d-a486-4268-ac7c-e3c25efe572d</vt:lpwstr>
  </property>
  <property fmtid="{D5CDD505-2E9C-101B-9397-08002B2CF9AE}" pid="9" name="MSIP_Label_589256c7-9946-44df-b379-51beb93fd2d9_ContentBits">
    <vt:lpwstr>0</vt:lpwstr>
  </property>
</Properties>
</file>