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588" r:id="rId5"/>
  </p:sldIdLst>
  <p:sldSz cx="9144000" cy="6858000" type="screen4x3"/>
  <p:notesSz cx="6797675" cy="992822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>
          <p15:clr>
            <a:srgbClr val="A4A3A4"/>
          </p15:clr>
        </p15:guide>
        <p15:guide id="2" pos="2971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orient="horz" pos="164" userDrawn="1">
          <p15:clr>
            <a:srgbClr val="A4A3A4"/>
          </p15:clr>
        </p15:guide>
        <p15:guide id="5" pos="204">
          <p15:clr>
            <a:srgbClr val="A4A3A4"/>
          </p15:clr>
        </p15:guide>
        <p15:guide id="6" pos="2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BC22"/>
    <a:srgbClr val="FFC7CE"/>
    <a:srgbClr val="FFFFFF"/>
    <a:srgbClr val="FF6DCE"/>
    <a:srgbClr val="FF9999"/>
    <a:srgbClr val="000000"/>
    <a:srgbClr val="405E00"/>
    <a:srgbClr val="DDDDDD"/>
    <a:srgbClr val="C6EFCE"/>
    <a:srgbClr val="8ED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38C1B3-0731-4047-B840-65E13ED612F7}" v="4" dt="2025-07-07T12:14:11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3" autoAdjust="0"/>
    <p:restoredTop sz="93949" autoAdjust="0"/>
  </p:normalViewPr>
  <p:slideViewPr>
    <p:cSldViewPr showGuides="1">
      <p:cViewPr>
        <p:scale>
          <a:sx n="170" d="100"/>
          <a:sy n="170" d="100"/>
        </p:scale>
        <p:origin x="848" y="144"/>
      </p:cViewPr>
      <p:guideLst>
        <p:guide orient="horz" pos="1162"/>
        <p:guide pos="2971"/>
        <p:guide orient="horz" pos="482"/>
        <p:guide orient="horz" pos="164"/>
        <p:guide pos="204"/>
        <p:guide pos="29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karan, Karthik" userId="9d28b34c-9f20-487f-9b7c-6b38d6d1e734" providerId="ADAL" clId="{96F2C688-67D9-0C4C-AD52-5F17CE8257EE}"/>
    <pc:docChg chg="mod">
      <pc:chgData name="Sankaran, Karthik" userId="9d28b34c-9f20-487f-9b7c-6b38d6d1e734" providerId="ADAL" clId="{96F2C688-67D9-0C4C-AD52-5F17CE8257EE}" dt="2021-06-28T11:48:08.881" v="0" actId="33475"/>
      <pc:docMkLst>
        <pc:docMk/>
      </pc:docMkLst>
    </pc:docChg>
  </pc:docChgLst>
  <pc:docChgLst>
    <pc:chgData name="Elavathingal, Rivin Jose" userId="d292ac19-ac6f-4950-acdf-85e51378188b" providerId="ADAL" clId="{97FB9489-83F3-8E43-BD08-D27AE6CB1E03}"/>
    <pc:docChg chg="custSel modSld">
      <pc:chgData name="Elavathingal, Rivin Jose" userId="d292ac19-ac6f-4950-acdf-85e51378188b" providerId="ADAL" clId="{97FB9489-83F3-8E43-BD08-D27AE6CB1E03}" dt="2025-07-07T12:34:43.690" v="280" actId="20577"/>
      <pc:docMkLst>
        <pc:docMk/>
      </pc:docMkLst>
      <pc:sldChg chg="modSp mod">
        <pc:chgData name="Elavathingal, Rivin Jose" userId="d292ac19-ac6f-4950-acdf-85e51378188b" providerId="ADAL" clId="{97FB9489-83F3-8E43-BD08-D27AE6CB1E03}" dt="2025-07-07T12:34:43.690" v="280" actId="20577"/>
        <pc:sldMkLst>
          <pc:docMk/>
          <pc:sldMk cId="1226791700" sldId="588"/>
        </pc:sldMkLst>
        <pc:spChg chg="mod">
          <ac:chgData name="Elavathingal, Rivin Jose" userId="d292ac19-ac6f-4950-acdf-85e51378188b" providerId="ADAL" clId="{97FB9489-83F3-8E43-BD08-D27AE6CB1E03}" dt="2025-07-07T12:34:43.690" v="280" actId="20577"/>
          <ac:spMkLst>
            <pc:docMk/>
            <pc:sldMk cId="1226791700" sldId="588"/>
            <ac:spMk id="5" creationId="{BC7D5FB2-69BF-19DA-AB77-22163A74CAC7}"/>
          </ac:spMkLst>
        </pc:spChg>
        <pc:spChg chg="mod">
          <ac:chgData name="Elavathingal, Rivin Jose" userId="d292ac19-ac6f-4950-acdf-85e51378188b" providerId="ADAL" clId="{97FB9489-83F3-8E43-BD08-D27AE6CB1E03}" dt="2025-07-07T12:31:06.108" v="180" actId="20577"/>
          <ac:spMkLst>
            <pc:docMk/>
            <pc:sldMk cId="1226791700" sldId="588"/>
            <ac:spMk id="20" creationId="{722FF579-ABE7-341F-AFA4-3B980287632C}"/>
          </ac:spMkLst>
        </pc:spChg>
      </pc:sldChg>
    </pc:docChg>
  </pc:docChgLst>
  <pc:docChgLst>
    <pc:chgData name="Sankaran, Karthik" userId="9d28b34c-9f20-487f-9b7c-6b38d6d1e734" providerId="ADAL" clId="{D33BE90A-2B7D-454D-BF48-5F28C4CEA7B2}"/>
    <pc:docChg chg="modSld">
      <pc:chgData name="Sankaran, Karthik" userId="9d28b34c-9f20-487f-9b7c-6b38d6d1e734" providerId="ADAL" clId="{D33BE90A-2B7D-454D-BF48-5F28C4CEA7B2}" dt="2021-02-18T18:49:46.004" v="277" actId="20577"/>
      <pc:docMkLst>
        <pc:docMk/>
      </pc:docMkLst>
      <pc:sldChg chg="modSp mod">
        <pc:chgData name="Sankaran, Karthik" userId="9d28b34c-9f20-487f-9b7c-6b38d6d1e734" providerId="ADAL" clId="{D33BE90A-2B7D-454D-BF48-5F28C4CEA7B2}" dt="2021-02-18T18:49:46.004" v="277" actId="20577"/>
        <pc:sldMkLst>
          <pc:docMk/>
          <pc:sldMk cId="1226791700" sldId="588"/>
        </pc:sldMkLst>
      </pc:sldChg>
    </pc:docChg>
  </pc:docChgLst>
  <pc:docChgLst>
    <pc:chgData name="Sankaran, Karthik" userId="9d28b34c-9f20-487f-9b7c-6b38d6d1e734" providerId="ADAL" clId="{DC08DBB5-0129-834D-8A9C-0EC7FB398248}"/>
    <pc:docChg chg="undo custSel modSld">
      <pc:chgData name="Sankaran, Karthik" userId="9d28b34c-9f20-487f-9b7c-6b38d6d1e734" providerId="ADAL" clId="{DC08DBB5-0129-834D-8A9C-0EC7FB398248}" dt="2023-07-11T09:28:35.622" v="256" actId="478"/>
      <pc:docMkLst>
        <pc:docMk/>
      </pc:docMkLst>
      <pc:sldChg chg="addSp delSp modSp mod">
        <pc:chgData name="Sankaran, Karthik" userId="9d28b34c-9f20-487f-9b7c-6b38d6d1e734" providerId="ADAL" clId="{DC08DBB5-0129-834D-8A9C-0EC7FB398248}" dt="2023-07-11T09:28:35.622" v="256" actId="478"/>
        <pc:sldMkLst>
          <pc:docMk/>
          <pc:sldMk cId="1226791700" sldId="588"/>
        </pc:sldMkLst>
      </pc:sldChg>
    </pc:docChg>
  </pc:docChgLst>
  <pc:docChgLst>
    <pc:chgData name="Sankaran, Karthik" userId="9d28b34c-9f20-487f-9b7c-6b38d6d1e734" providerId="ADAL" clId="{CD38C1B3-0731-4047-B840-65E13ED612F7}"/>
    <pc:docChg chg="modSld">
      <pc:chgData name="Sankaran, Karthik" userId="9d28b34c-9f20-487f-9b7c-6b38d6d1e734" providerId="ADAL" clId="{CD38C1B3-0731-4047-B840-65E13ED612F7}" dt="2025-07-07T12:15:34.536" v="70" actId="1036"/>
      <pc:docMkLst>
        <pc:docMk/>
      </pc:docMkLst>
      <pc:sldChg chg="modSp mod">
        <pc:chgData name="Sankaran, Karthik" userId="9d28b34c-9f20-487f-9b7c-6b38d6d1e734" providerId="ADAL" clId="{CD38C1B3-0731-4047-B840-65E13ED612F7}" dt="2025-07-07T12:15:34.536" v="70" actId="1036"/>
        <pc:sldMkLst>
          <pc:docMk/>
          <pc:sldMk cId="1226791700" sldId="588"/>
        </pc:sldMkLst>
        <pc:spChg chg="mod">
          <ac:chgData name="Sankaran, Karthik" userId="9d28b34c-9f20-487f-9b7c-6b38d6d1e734" providerId="ADAL" clId="{CD38C1B3-0731-4047-B840-65E13ED612F7}" dt="2025-07-07T12:14:54.891" v="44" actId="20577"/>
          <ac:spMkLst>
            <pc:docMk/>
            <pc:sldMk cId="1226791700" sldId="588"/>
            <ac:spMk id="5" creationId="{BC7D5FB2-69BF-19DA-AB77-22163A74CAC7}"/>
          </ac:spMkLst>
        </pc:spChg>
        <pc:spChg chg="mod">
          <ac:chgData name="Sankaran, Karthik" userId="9d28b34c-9f20-487f-9b7c-6b38d6d1e734" providerId="ADAL" clId="{CD38C1B3-0731-4047-B840-65E13ED612F7}" dt="2025-07-07T12:12:29.366" v="15" actId="14100"/>
          <ac:spMkLst>
            <pc:docMk/>
            <pc:sldMk cId="1226791700" sldId="588"/>
            <ac:spMk id="13" creationId="{879CA802-DBF2-ACB0-40FA-F5F821939578}"/>
          </ac:spMkLst>
        </pc:spChg>
        <pc:spChg chg="mod">
          <ac:chgData name="Sankaran, Karthik" userId="9d28b34c-9f20-487f-9b7c-6b38d6d1e734" providerId="ADAL" clId="{CD38C1B3-0731-4047-B840-65E13ED612F7}" dt="2025-07-07T12:12:19.384" v="14" actId="1076"/>
          <ac:spMkLst>
            <pc:docMk/>
            <pc:sldMk cId="1226791700" sldId="588"/>
            <ac:spMk id="15" creationId="{F1E1BE5E-A09F-9C7A-3C2C-9B1C9819BBFB}"/>
          </ac:spMkLst>
        </pc:spChg>
        <pc:spChg chg="mod">
          <ac:chgData name="Sankaran, Karthik" userId="9d28b34c-9f20-487f-9b7c-6b38d6d1e734" providerId="ADAL" clId="{CD38C1B3-0731-4047-B840-65E13ED612F7}" dt="2025-07-07T11:13:56.418" v="13" actId="20577"/>
          <ac:spMkLst>
            <pc:docMk/>
            <pc:sldMk cId="1226791700" sldId="588"/>
            <ac:spMk id="16" creationId="{2DE8FBBD-72E1-B846-F7C1-ED171B7145EB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19" creationId="{D458A76A-0891-92A0-1A6E-6E0471F4E321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20" creationId="{722FF579-ABE7-341F-AFA4-3B980287632C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21" creationId="{0F6E7D6E-AA6F-CE11-1ACF-CD0B07FCC43B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22" creationId="{44532F48-E5BB-3C69-3031-EDFDCD069FBD}"/>
          </ac:spMkLst>
        </pc:spChg>
        <pc:spChg chg="mod">
          <ac:chgData name="Sankaran, Karthik" userId="9d28b34c-9f20-487f-9b7c-6b38d6d1e734" providerId="ADAL" clId="{CD38C1B3-0731-4047-B840-65E13ED612F7}" dt="2025-07-07T12:15:34.536" v="70" actId="1036"/>
          <ac:spMkLst>
            <pc:docMk/>
            <pc:sldMk cId="1226791700" sldId="588"/>
            <ac:spMk id="27" creationId="{4E098901-19DC-C5A8-BC6A-B83C3BD4149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EA0E3A-88C8-477B-8A20-50E706A80C07}" type="datetimeFigureOut">
              <a:rPr lang="en-GB" smtClean="0"/>
              <a:t>01/06/2026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A88EE-60AA-426A-8FA3-CA7CFFD591F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7223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>
              <a:defRPr sz="1300"/>
            </a:lvl1pPr>
          </a:lstStyle>
          <a:p>
            <a:fld id="{0BA5BBE4-AEA3-489A-A28E-0C2FAF2506E3}" type="datetimeFigureOut">
              <a:rPr lang="en-US" smtClean="0"/>
              <a:pPr/>
              <a:t>6/1/26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r">
              <a:defRPr sz="1300"/>
            </a:lvl1pPr>
          </a:lstStyle>
          <a:p>
            <a:fld id="{C0F4A2C8-6C88-4E71-83EE-698B9D4FE22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62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be updated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287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4400" y="1812924"/>
            <a:ext cx="4628956" cy="842400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400" y="4357694"/>
            <a:ext cx="4628561" cy="1143008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5050" y="2663187"/>
            <a:ext cx="4629600" cy="16992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615" y="1812924"/>
            <a:ext cx="2772000" cy="842400"/>
          </a:xfr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5615" y="4357694"/>
            <a:ext cx="2772000" cy="1048554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5050" y="2663187"/>
            <a:ext cx="2772000" cy="16992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838" y="1093316"/>
            <a:ext cx="4878856" cy="849600"/>
          </a:xfr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1838" y="2668126"/>
            <a:ext cx="4878856" cy="388186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21838" y="1953740"/>
            <a:ext cx="4878856" cy="7020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03543"/>
            <a:ext cx="8388000" cy="4536000"/>
          </a:xfrm>
        </p:spPr>
        <p:txBody>
          <a:bodyPr/>
          <a:lstStyle>
            <a:lvl1pPr marL="0" indent="0">
              <a:buNone/>
              <a:defRPr/>
            </a:lvl1pPr>
            <a:lvl2pPr marL="266700" indent="-266700">
              <a:buFont typeface="Arial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fac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2"/>
            <a:ext cx="8388000" cy="9901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05667"/>
            <a:ext cx="8388000" cy="4545033"/>
          </a:xfrm>
        </p:spPr>
        <p:txBody>
          <a:bodyPr/>
          <a:lstStyle>
            <a:lvl1pPr marL="0" indent="0" algn="l">
              <a:buNone/>
              <a:defRPr/>
            </a:lvl1pPr>
            <a:lvl2pPr marL="266700" indent="-266700">
              <a:buFont typeface="Arial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03543"/>
            <a:ext cx="4140000" cy="4536000"/>
          </a:xfrm>
        </p:spPr>
        <p:txBody>
          <a:bodyPr/>
          <a:lstStyle>
            <a:lvl4pPr marL="539750" indent="-27305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5"/>
          </p:nvPr>
        </p:nvSpPr>
        <p:spPr>
          <a:xfrm>
            <a:off x="4643437" y="1803543"/>
            <a:ext cx="4140000" cy="4536000"/>
          </a:xfrm>
        </p:spPr>
        <p:txBody>
          <a:bodyPr/>
          <a:lstStyle/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b="0"/>
            </a:lvl1pPr>
            <a:lvl2pPr marL="266700" indent="-266700">
              <a:buFont typeface="Arial" pitchFamily="34" charset="0"/>
              <a:buChar char="•"/>
              <a:tabLst/>
              <a:defRPr/>
            </a:lvl2pPr>
            <a:lvl3pPr marL="266700" indent="-266700">
              <a:buFont typeface="Arial" pitchFamily="34" charset="0"/>
              <a:buChar char="•"/>
              <a:defRPr i="1"/>
            </a:lvl3pPr>
            <a:lvl4pPr marL="539750" indent="-273050">
              <a:buFont typeface="Arial" pitchFamily="34" charset="0"/>
              <a:buChar char="−"/>
              <a:defRPr i="0"/>
            </a:lvl4pPr>
            <a:lvl5pPr marL="806450" indent="-2667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787" y="2238199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71788" y="1809583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371787" y="4487651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71788" y="4059035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7"/>
          </p:nvPr>
        </p:nvSpPr>
        <p:spPr>
          <a:xfrm>
            <a:off x="4620781" y="2238199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20781" y="1809583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9"/>
          </p:nvPr>
        </p:nvSpPr>
        <p:spPr>
          <a:xfrm>
            <a:off x="4620781" y="4487651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620781" y="4059035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2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for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809101"/>
            <a:ext cx="4059011" cy="4536504"/>
          </a:xfrm>
        </p:spPr>
        <p:txBody>
          <a:bodyPr/>
          <a:lstStyle>
            <a:lvl1pPr marL="0" indent="0">
              <a:buNone/>
              <a:defRPr b="0"/>
            </a:lvl1pPr>
            <a:lvl2pPr marL="266700" indent="-266700">
              <a:buFont typeface="Arial" pitchFamily="34" charset="0"/>
              <a:buChar char="•"/>
              <a:tabLst/>
              <a:defRPr/>
            </a:lvl2pPr>
            <a:lvl3pPr marL="266700" indent="-266700">
              <a:buFont typeface="Arial" pitchFamily="34" charset="0"/>
              <a:buChar char="•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4059011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4059011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and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710" y="1812925"/>
            <a:ext cx="4619657" cy="4187843"/>
          </a:xfrm>
        </p:spPr>
        <p:txBody>
          <a:bodyPr/>
          <a:lstStyle>
            <a:lvl1pPr marL="0" indent="0">
              <a:buNone/>
              <a:defRPr b="0"/>
            </a:lvl1pPr>
            <a:lvl2pPr marL="266700" indent="-266700">
              <a:buFont typeface="Arial" pitchFamily="34" charset="0"/>
              <a:buChar char="•"/>
              <a:tabLst/>
              <a:defRPr/>
            </a:lvl2pPr>
            <a:lvl3pPr marL="266700" indent="-266700">
              <a:buFont typeface="Arial" pitchFamily="34" charset="0"/>
              <a:buChar char="•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66710" y="722451"/>
            <a:ext cx="4619916" cy="10904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Slide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295200"/>
            <a:ext cx="6845093" cy="5988439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</a:defRPr>
            </a:lvl1pPr>
            <a:lvl2pPr marL="0" indent="0">
              <a:buNone/>
              <a:tabLst/>
              <a:defRPr sz="3000" b="0">
                <a:solidFill>
                  <a:schemeClr val="bg1"/>
                </a:solidFill>
              </a:defRPr>
            </a:lvl2pPr>
            <a:lvl3pPr marL="274638" indent="-274638">
              <a:buFont typeface="Arial" pitchFamily="34" charset="0"/>
              <a:buChar char="•"/>
              <a:defRPr sz="3000" b="0">
                <a:solidFill>
                  <a:schemeClr val="bg1"/>
                </a:solidFill>
              </a:defRPr>
            </a:lvl3pPr>
            <a:lvl4pPr>
              <a:defRPr sz="3000" b="0">
                <a:solidFill>
                  <a:schemeClr val="bg1"/>
                </a:solidFill>
              </a:defRPr>
            </a:lvl4pPr>
            <a:lvl5pPr>
              <a:defRPr sz="3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Slid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295200"/>
            <a:ext cx="6845093" cy="5988439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</a:defRPr>
            </a:lvl1pPr>
            <a:lvl2pPr marL="0" indent="0">
              <a:buNone/>
              <a:tabLst/>
              <a:defRPr sz="3000" b="0">
                <a:solidFill>
                  <a:schemeClr val="bg1"/>
                </a:solidFill>
              </a:defRPr>
            </a:lvl2pPr>
            <a:lvl3pPr marL="274638" indent="-274638">
              <a:buFont typeface="Arial" pitchFamily="34" charset="0"/>
              <a:buChar char="•"/>
              <a:defRPr sz="3000" b="0">
                <a:solidFill>
                  <a:schemeClr val="bg1"/>
                </a:solidFill>
              </a:defRPr>
            </a:lvl3pPr>
            <a:lvl4pPr>
              <a:defRPr sz="3000" b="0">
                <a:solidFill>
                  <a:schemeClr val="bg1"/>
                </a:solidFill>
              </a:defRPr>
            </a:lvl4pPr>
            <a:lvl5pPr>
              <a:defRPr sz="3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Slid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295200"/>
            <a:ext cx="6845093" cy="5988439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</a:defRPr>
            </a:lvl1pPr>
            <a:lvl2pPr marL="0" indent="0">
              <a:buNone/>
              <a:tabLst/>
              <a:defRPr sz="3000" b="0">
                <a:solidFill>
                  <a:schemeClr val="bg1"/>
                </a:solidFill>
              </a:defRPr>
            </a:lvl2pPr>
            <a:lvl3pPr marL="274638" indent="-274638">
              <a:buFont typeface="Arial" pitchFamily="34" charset="0"/>
              <a:buChar char="•"/>
              <a:defRPr sz="3000" b="0">
                <a:solidFill>
                  <a:schemeClr val="bg1"/>
                </a:solidFill>
              </a:defRPr>
            </a:lvl3pPr>
            <a:lvl4pPr>
              <a:defRPr sz="3000" b="0">
                <a:solidFill>
                  <a:schemeClr val="bg1"/>
                </a:solidFill>
              </a:defRPr>
            </a:lvl4pPr>
            <a:lvl5pPr>
              <a:defRPr sz="3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812925"/>
            <a:ext cx="8388000" cy="4345990"/>
          </a:xfrm>
        </p:spPr>
        <p:txBody>
          <a:bodyPr>
            <a:noAutofit/>
          </a:bodyPr>
          <a:lstStyle>
            <a:lvl1pPr marL="0" indent="0">
              <a:spcBef>
                <a:spcPts val="180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</a:defRPr>
            </a:lvl1pPr>
            <a:lvl2pPr marL="268288" indent="-26828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1800" b="0">
                <a:solidFill>
                  <a:schemeClr val="bg1"/>
                </a:solidFill>
              </a:defRPr>
            </a:lvl2pPr>
            <a:lvl3pPr marL="274638" indent="-27463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bg1"/>
                </a:solidFill>
              </a:defRPr>
            </a:lvl4pPr>
            <a:lvl5pPr marL="806450" indent="-26670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200"/>
            <a:ext cx="8388000" cy="14414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30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735808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812925"/>
            <a:ext cx="8388000" cy="4345990"/>
          </a:xfrm>
        </p:spPr>
        <p:txBody>
          <a:bodyPr>
            <a:noAutofit/>
          </a:bodyPr>
          <a:lstStyle>
            <a:lvl1pPr marL="0" indent="0">
              <a:spcBef>
                <a:spcPts val="180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  <a:lvl2pPr marL="268288" indent="-26828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1800" b="0">
                <a:solidFill>
                  <a:schemeClr val="tx2"/>
                </a:solidFill>
              </a:defRPr>
            </a:lvl2pPr>
            <a:lvl3pPr marL="274638" indent="-27463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800" b="0">
                <a:solidFill>
                  <a:schemeClr val="tx2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tx2"/>
                </a:solidFill>
              </a:defRPr>
            </a:lvl4pPr>
            <a:lvl5pPr marL="806450" indent="-26670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200"/>
            <a:ext cx="8388000" cy="14414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3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11" y="1812925"/>
            <a:ext cx="8415313" cy="973133"/>
          </a:xfrm>
        </p:spPr>
        <p:txBody>
          <a:bodyPr anchor="t">
            <a:noAutofit/>
          </a:bodyPr>
          <a:lstStyle>
            <a:lvl1pPr algn="l">
              <a:defRPr sz="4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7188" y="2787770"/>
            <a:ext cx="8429654" cy="3200080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11" y="1812925"/>
            <a:ext cx="8415313" cy="973133"/>
          </a:xfrm>
        </p:spPr>
        <p:txBody>
          <a:bodyPr anchor="t">
            <a:noAutofit/>
          </a:bodyPr>
          <a:lstStyle>
            <a:lvl1pPr algn="l">
              <a:defRPr sz="6000" b="0" cap="none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7188" y="2787770"/>
            <a:ext cx="8429654" cy="3200080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11" y="1812925"/>
            <a:ext cx="8415313" cy="973133"/>
          </a:xfrm>
        </p:spPr>
        <p:txBody>
          <a:bodyPr anchor="t">
            <a:noAutofit/>
          </a:bodyPr>
          <a:lstStyle>
            <a:lvl1pPr algn="l">
              <a:defRPr sz="6000" b="0" cap="none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7188" y="2787770"/>
            <a:ext cx="8429654" cy="3200080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36" y="1812925"/>
            <a:ext cx="8348667" cy="758819"/>
          </a:xfrm>
        </p:spPr>
        <p:txBody>
          <a:bodyPr anchor="t">
            <a:noAutofit/>
          </a:bodyPr>
          <a:lstStyle>
            <a:lvl1pPr algn="l">
              <a:defRPr sz="48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66737" y="2571744"/>
            <a:ext cx="8348667" cy="3200080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7"/>
          <p:cNvSpPr txBox="1">
            <a:spLocks/>
          </p:cNvSpPr>
          <p:nvPr userDrawn="1"/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CC1D26-A9BD-4BDE-BDD9-08EDBAE96860}" type="slidenum">
              <a:rPr lang="en-GB" smtClean="0">
                <a:solidFill>
                  <a:srgbClr val="8C8C8C"/>
                </a:solidFill>
              </a:rPr>
              <a:pPr/>
              <a:t>‹#›</a:t>
            </a:fld>
            <a:endParaRPr lang="en-GB" dirty="0">
              <a:solidFill>
                <a:srgbClr val="8C8C8C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37" y="1812925"/>
            <a:ext cx="2776504" cy="544505"/>
          </a:xfrm>
        </p:spPr>
        <p:txBody>
          <a:bodyPr anchor="t">
            <a:noAutofit/>
          </a:bodyPr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66737" y="2374056"/>
            <a:ext cx="2776503" cy="3555274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EL_PRI_RGB.gif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632" y="3917937"/>
            <a:ext cx="1720800" cy="32253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15161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800" y="1809101"/>
            <a:ext cx="8388000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77" r:id="rId3"/>
    <p:sldLayoutId id="2147483650" r:id="rId4"/>
    <p:sldLayoutId id="2147483678" r:id="rId5"/>
    <p:sldLayoutId id="2147483674" r:id="rId6"/>
    <p:sldLayoutId id="2147483660" r:id="rId7"/>
    <p:sldLayoutId id="2147483679" r:id="rId8"/>
    <p:sldLayoutId id="2147483672" r:id="rId9"/>
    <p:sldLayoutId id="2147483673" r:id="rId10"/>
    <p:sldLayoutId id="2147483671" r:id="rId11"/>
    <p:sldLayoutId id="2147483675" r:id="rId12"/>
    <p:sldLayoutId id="2147483676" r:id="rId13"/>
    <p:sldLayoutId id="2147483663" r:id="rId14"/>
    <p:sldLayoutId id="2147483665" r:id="rId15"/>
    <p:sldLayoutId id="2147483651" r:id="rId16"/>
    <p:sldLayoutId id="2147483680" r:id="rId17"/>
    <p:sldLayoutId id="2147483681" r:id="rId18"/>
    <p:sldLayoutId id="2147483669" r:id="rId19"/>
    <p:sldLayoutId id="2147483670" r:id="rId20"/>
    <p:sldLayoutId id="2147483652" r:id="rId21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buFont typeface="Arial" pitchFamily="34" charset="0"/>
        <a:buNone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spcBef>
          <a:spcPts val="1200"/>
        </a:spcBef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66700" indent="-266700" algn="l" defTabSz="914400" rtl="0" eaLnBrk="1" latinLnBrk="0" hangingPunct="1">
        <a:spcBef>
          <a:spcPts val="1200"/>
        </a:spcBef>
        <a:buFont typeface="Arial" pitchFamily="34" charset="0"/>
        <a:buChar char="•"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3pPr>
      <a:lvl4pPr marL="539750" indent="-273050" algn="l" defTabSz="914400" rtl="0" eaLnBrk="1" latinLnBrk="0" hangingPunct="1">
        <a:spcBef>
          <a:spcPts val="1200"/>
        </a:spcBef>
        <a:buFont typeface="Arial" pitchFamily="34" charset="0"/>
        <a:buChar char="−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806450" indent="-266700" algn="l" defTabSz="914400" rtl="0" eaLnBrk="1" latinLnBrk="0" hangingPunct="1">
        <a:spcBef>
          <a:spcPts val="1200"/>
        </a:spcBef>
        <a:buFont typeface="Arial" pitchFamily="34" charset="0"/>
        <a:buChar char="−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9489"/>
            <a:ext cx="9144000" cy="151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6000" y="144000"/>
            <a:ext cx="79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Karthik Sankaran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666000"/>
            <a:ext cx="792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AED6F1"/>
                </a:solidFill>
                <a:latin typeface="Calibri"/>
              </a:rPr>
              <a:t>Senior Manager </a:t>
            </a:r>
            <a:r>
              <a:rPr lang="en-GB" sz="1100" b="0" i="0" dirty="0">
                <a:solidFill>
                  <a:srgbClr val="AED6F1"/>
                </a:solidFill>
                <a:latin typeface="Calibri"/>
              </a:rPr>
              <a:t>|  Engineering as a Service/ Operate|  EAID</a:t>
            </a:r>
            <a:endParaRPr sz="1100" b="0" i="0" dirty="0">
              <a:solidFill>
                <a:srgbClr val="AED6F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6000" y="972000"/>
            <a:ext cx="8820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Cloud technology leader with 30+ years of experience driving large-scale cloud transformation, DevOps automation, and managed services delivery for global Financial Services, </a:t>
            </a:r>
            <a:endParaRPr lang="en-GB" sz="950" b="0" i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Manufacturing, and Retail clients. Interim Head of GCP Engineering at Deloitte · £1.2M Azure savings · 95% faster GCP provisioning.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512000"/>
            <a:ext cx="4140000" cy="53460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512000"/>
            <a:ext cx="4140000" cy="234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000" y="15300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GCP Expertise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" y="1800000"/>
            <a:ext cx="3888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GCP Project Vending Pipeline (95% faster provisioning)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Kubernetes / GKE — Dynatrace operator, workload config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Pub/Sub centralised log aggregation (multi-account)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Okta + Workload Identity Federation integration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GitHub Actions CI/CD for GCP automation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Google SecOps deployment (West Brom)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GCP IAM, Cloud Monitoring, KMS, Cloud Storage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GCP Standardisation — leading CMS practice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131999"/>
            <a:ext cx="4140000" cy="234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000" y="31500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Azure Expertise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" y="3420000"/>
            <a:ext cx="3888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Enterprise Landing Zone — Open Cloud Framework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Hybrid Cloud design &amp; implementation (global sites)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Azure Migration (UK-first financial services — £1.2M saved)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Azure Optimisation &amp; Cost Redesign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Azure DevOps &amp; Buildkite pipelines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Digital Banking Platform (UAE Retail Bank)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Terraform IaC — Azure &amp; multi-cloud</a:t>
            </a:r>
          </a:p>
          <a:p>
            <a:pPr algn="l"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▸  Cisco WebEx rollout — 15,000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788000"/>
            <a:ext cx="4140000" cy="234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000" y="48060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Certifications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" y="5076000"/>
            <a:ext cx="3888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Calibri"/>
              </a:rPr>
              <a:t>▸  MS Certified: Azure Solutions Architect Expert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Calibri"/>
              </a:rPr>
              <a:t>▸  MS Certified: DevOps Engineer Expert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Calibri"/>
              </a:rPr>
              <a:t>▸  Google Cloud Certified: Assoc. Cloud Engineer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Calibri"/>
              </a:rPr>
              <a:t>▸  AWS Certified: Solutions Architect Associate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Calibri"/>
              </a:rPr>
              <a:t>▸  ITIL V4 Foundation · ITIL4 Cloud Services Specialist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Calibri"/>
              </a:rPr>
              <a:t>▸  Certified ScrumMaster®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Calibri"/>
              </a:rPr>
              <a:t>▸  MCSE: Cloud Platform &amp; Infrastructure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9400" y="1512000"/>
            <a:ext cx="4909104" cy="234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56000" y="1530000"/>
            <a:ext cx="468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Key Projects &amp; Achievements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0" y="1818000"/>
            <a:ext cx="77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4F72"/>
                </a:solidFill>
                <a:latin typeface="Calibri"/>
              </a:rPr>
              <a:t>GCP Project Vending Pipeline  —  Deloitte CMS  [Engineering Lead]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0" y="2005200"/>
            <a:ext cx="77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E8449"/>
                </a:solidFill>
                <a:latin typeface="Calibri"/>
              </a:rPr>
              <a:t>95% faster provisioning (5 hrs → &lt;1 hr)  ·  ~50% cost reduction  ·  Okta + GitHub Actions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2000" y="2149200"/>
            <a:ext cx="763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▸  Initiated &amp; led end-to-end design of fully automated GCP project vending pipeline — now in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2000" y="2278800"/>
            <a:ext cx="763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▸  Integrated Okta group creation, user provisioning &amp; GitHub Actions CI/CD directly into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2000" y="2408400"/>
            <a:ext cx="763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▸  Reusable automation scripts saving 6+ hours per client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0" y="2628000"/>
            <a:ext cx="77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4F72"/>
                </a:solidFill>
                <a:latin typeface="Calibri"/>
              </a:rPr>
              <a:t>West Brom Building Society  —  GCP Build  [GCP Lead]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0" y="2815200"/>
            <a:ext cx="77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E8449"/>
                </a:solidFill>
                <a:latin typeface="Calibri"/>
              </a:rPr>
              <a:t>Multi-cloud (AWS + GCP)  ·  Google SecOps  ·  Client-facing technical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2000" y="2959200"/>
            <a:ext cx="763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▸  Sole GCP lead — address validation API, Google SecOps, AWS-to-GCP backup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2000" y="3088800"/>
            <a:ext cx="763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▸  Translated client requirements into GCP-native solutions; managed all engineering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0" y="3308400"/>
            <a:ext cx="77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4F72"/>
                </a:solidFill>
                <a:latin typeface="Calibri"/>
              </a:rPr>
              <a:t>Global Manufacturing  —  Azure Landing Zone &amp; Hybrid Cloud  [Workstream Lead &amp; Architect]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0" y="3495600"/>
            <a:ext cx="77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E8449"/>
                </a:solidFill>
                <a:latin typeface="Calibri"/>
              </a:rPr>
              <a:t>Enterprise Landing Zone  ·  Global multi-site  ·  Terraform + Buildkite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2000" y="3639600"/>
            <a:ext cx="763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▸  Architected enterprise-scale Azure landing zone (Open Cloud Framework) across global BU sites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2000" y="3769200"/>
            <a:ext cx="763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▸  Hybrid cloud design &amp; Terraform IaC deployed via Buildkite pipelines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0" y="3988800"/>
            <a:ext cx="77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4F72"/>
                </a:solidFill>
                <a:latin typeface="Calibri"/>
              </a:rPr>
              <a:t>Global Insurance Broker  —  Azure Cloud Migration  [Data Centre Lead &amp; Azure SME]  |  Accenture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0" y="4176000"/>
            <a:ext cx="77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E8449"/>
                </a:solidFill>
                <a:latin typeface="Calibri"/>
              </a:rPr>
              <a:t>£1.2M Azure cost savings  ·  UK-first financial cloud migration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2000" y="4320000"/>
            <a:ext cx="763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▸  Led UK-first large-scale migration of financial applications to Azure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2000" y="4449600"/>
            <a:ext cx="763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▸  Delivered Azure Optimisation &amp; Redesign project — saving approximately £1.2 million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0000" y="4669200"/>
            <a:ext cx="77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4F72"/>
                </a:solidFill>
                <a:latin typeface="Calibri"/>
              </a:rPr>
              <a:t>UAE Retail Bank  —  Digital Banking Platform  |  Accenture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0000" y="4856399"/>
            <a:ext cx="77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E8449"/>
                </a:solidFill>
                <a:latin typeface="Calibri"/>
              </a:rPr>
              <a:t>Financial Services  ·  Azure DevOps  ·  Terraform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92000" y="5000400"/>
            <a:ext cx="763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▸  Designed &amp; implemented Azure cloud infrastructure for a new digital banking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0000" y="5219999"/>
            <a:ext cx="77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4F72"/>
                </a:solidFill>
                <a:latin typeface="Calibri"/>
              </a:rPr>
              <a:t>UK Comms &amp; Media  —  Cisco WebEx Rollout (15,000 users)  |  Accenture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0" y="5407199"/>
            <a:ext cx="77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E8449"/>
                </a:solidFill>
                <a:latin typeface="Calibri"/>
              </a:rPr>
              <a:t>15,000-user enterprise rollout  ·  Technology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2000" y="5551199"/>
            <a:ext cx="763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▸  Led technical release &amp; enterprise-wide adoption of Cisco WebEx across 15,000 users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23999"/>
            <a:ext cx="12193200" cy="234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0000" y="6642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Deloitte MCS  |  Oct 2020 – Present    ·    Accenture  |  2016–2020    ·    Avanade  |  2011–2015    ·    Barclays Capital  |  2007–2011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0000" y="6642000"/>
            <a:ext cx="41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ED6F1"/>
                </a:solidFill>
                <a:latin typeface="Calibri"/>
              </a:rPr>
              <a:t>MCA (First Class)  ·  BSc Mathematics (First Class)  ·  School Governor since 2018</a:t>
            </a:r>
          </a:p>
        </p:txBody>
      </p:sp>
    </p:spTree>
    <p:extLst>
      <p:ext uri="{BB962C8B-B14F-4D97-AF65-F5344CB8AC3E}">
        <p14:creationId xmlns:p14="http://schemas.microsoft.com/office/powerpoint/2010/main" val="122679170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Deloitte Presentation Screen Template 050214">
  <a:themeElements>
    <a:clrScheme name="Custom 98">
      <a:dk1>
        <a:sysClr val="windowText" lastClr="000000"/>
      </a:dk1>
      <a:lt1>
        <a:sysClr val="window" lastClr="FFFFFF"/>
      </a:lt1>
      <a:dk2>
        <a:srgbClr val="313131"/>
      </a:dk2>
      <a:lt2>
        <a:srgbClr val="FFFFFF"/>
      </a:lt2>
      <a:accent1>
        <a:srgbClr val="002776"/>
      </a:accent1>
      <a:accent2>
        <a:srgbClr val="81BC00"/>
      </a:accent2>
      <a:accent3>
        <a:srgbClr val="00A1DE"/>
      </a:accent3>
      <a:accent4>
        <a:srgbClr val="3C8A2E"/>
      </a:accent4>
      <a:accent5>
        <a:srgbClr val="575757"/>
      </a:accent5>
      <a:accent6>
        <a:srgbClr val="BDD203"/>
      </a:accent6>
      <a:hlink>
        <a:srgbClr val="00A1DE"/>
      </a:hlink>
      <a:folHlink>
        <a:srgbClr val="72C7E7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FE858C41CE974A8B94780EEDAB2E37" ma:contentTypeVersion="11" ma:contentTypeDescription="Create a new document." ma:contentTypeScope="" ma:versionID="eb8a7eae53426165dde792449bc856a3">
  <xsd:schema xmlns:xsd="http://www.w3.org/2001/XMLSchema" xmlns:xs="http://www.w3.org/2001/XMLSchema" xmlns:p="http://schemas.microsoft.com/office/2006/metadata/properties" xmlns:ns3="9aa78558-f584-40df-9116-e144d941eef4" xmlns:ns4="ea9b2606-71e8-46a1-ab60-e133389d78cb" targetNamespace="http://schemas.microsoft.com/office/2006/metadata/properties" ma:root="true" ma:fieldsID="2749c289c26332b715b2115262c12543" ns3:_="" ns4:_="">
    <xsd:import namespace="9aa78558-f584-40df-9116-e144d941eef4"/>
    <xsd:import namespace="ea9b2606-71e8-46a1-ab60-e133389d78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78558-f584-40df-9116-e144d941ee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9b2606-71e8-46a1-ab60-e133389d78c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8541BF-C294-48C0-A70C-212C0D428A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78558-f584-40df-9116-e144d941eef4"/>
    <ds:schemaRef ds:uri="ea9b2606-71e8-46a1-ab60-e133389d78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785E4C-36DC-49F2-AEC9-DCFC29589D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DA6573-E63E-4DE9-B5AD-C0E4F9CB35E8}">
  <ds:schemaRefs>
    <ds:schemaRef ds:uri="http://schemas.microsoft.com/office/2006/documentManagement/types"/>
    <ds:schemaRef ds:uri="9aa78558-f584-40df-9116-e144d941eef4"/>
    <ds:schemaRef ds:uri="http://schemas.microsoft.com/office/2006/metadata/properties"/>
    <ds:schemaRef ds:uri="http://purl.org/dc/elements/1.1/"/>
    <ds:schemaRef ds:uri="http://purl.org/dc/terms/"/>
    <ds:schemaRef ds:uri="ea9b2606-71e8-46a1-ab60-e133389d78cb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89256c7-9946-44df-b379-51beb93fd2d9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597</Words>
  <Application>Microsoft Macintosh PowerPoint</Application>
  <PresentationFormat>On-screen Show (4:3)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Deloitte Presentation Screen Template 050214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2014-10-14T15:09:12Z</dcterms:created>
  <dcterms:modified xsi:type="dcterms:W3CDTF">2026-06-01T13:00:59Z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0x01010083FE858C41CE974A8B94780EEDAB2E37</vt:lpwstr>
  </property>
  <property fmtid="{D5CDD505-2E9C-101B-9397-08002B2CF9AE}" pid="3" name="MSIP_Label_589256c7-9946-44df-b379-51beb93fd2d9_Enabled">
    <vt:lpwstr>true</vt:lpwstr>
  </property>
  <property fmtid="{D5CDD505-2E9C-101B-9397-08002B2CF9AE}" pid="4" name="MSIP_Label_589256c7-9946-44df-b379-51beb93fd2d9_SetDate">
    <vt:lpwstr>2021-06-28T11:48:08Z</vt:lpwstr>
  </property>
  <property fmtid="{D5CDD505-2E9C-101B-9397-08002B2CF9AE}" pid="5" name="MSIP_Label_589256c7-9946-44df-b379-51beb93fd2d9_Method">
    <vt:lpwstr>Privileged</vt:lpwstr>
  </property>
  <property fmtid="{D5CDD505-2E9C-101B-9397-08002B2CF9AE}" pid="6" name="MSIP_Label_589256c7-9946-44df-b379-51beb93fd2d9_Name">
    <vt:lpwstr>589256c7-9946-44df-b379-51beb93fd2d9</vt:lpwstr>
  </property>
  <property fmtid="{D5CDD505-2E9C-101B-9397-08002B2CF9AE}" pid="7" name="MSIP_Label_589256c7-9946-44df-b379-51beb93fd2d9_SiteId">
    <vt:lpwstr>36da45f1-dd2c-4d1f-af13-5abe46b99921</vt:lpwstr>
  </property>
  <property fmtid="{D5CDD505-2E9C-101B-9397-08002B2CF9AE}" pid="8" name="MSIP_Label_589256c7-9946-44df-b379-51beb93fd2d9_ActionId">
    <vt:lpwstr>4cb58e3d-a486-4268-ac7c-e3c25efe572d</vt:lpwstr>
  </property>
  <property fmtid="{D5CDD505-2E9C-101B-9397-08002B2CF9AE}" pid="9" name="MSIP_Label_589256c7-9946-44df-b379-51beb93fd2d9_ContentBits">
    <vt:lpwstr>0</vt:lpwstr>
  </property>
</Properties>
</file>