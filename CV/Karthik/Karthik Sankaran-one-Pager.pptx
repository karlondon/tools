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4"/>
  </p:sldMasterIdLst>
  <p:notesMasterIdLst>
    <p:notesMasterId r:id="rId6"/>
  </p:notesMasterIdLst>
  <p:handoutMasterIdLst>
    <p:handoutMasterId r:id="rId7"/>
  </p:handoutMasterIdLst>
  <p:sldIdLst>
    <p:sldId id="588" r:id="rId5"/>
  </p:sldIdLst>
  <p:sldSz cx="9144000" cy="6858000" type="screen4x3"/>
  <p:notesSz cx="6797675" cy="9928225"/>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62">
          <p15:clr>
            <a:srgbClr val="A4A3A4"/>
          </p15:clr>
        </p15:guide>
        <p15:guide id="2" pos="2971" userDrawn="1">
          <p15:clr>
            <a:srgbClr val="A4A3A4"/>
          </p15:clr>
        </p15:guide>
        <p15:guide id="3" orient="horz" pos="482" userDrawn="1">
          <p15:clr>
            <a:srgbClr val="A4A3A4"/>
          </p15:clr>
        </p15:guide>
        <p15:guide id="4" orient="horz" pos="164" userDrawn="1">
          <p15:clr>
            <a:srgbClr val="A4A3A4"/>
          </p15:clr>
        </p15:guide>
        <p15:guide id="5" pos="204">
          <p15:clr>
            <a:srgbClr val="A4A3A4"/>
          </p15:clr>
        </p15:guide>
        <p15:guide id="6" pos="29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BC22"/>
    <a:srgbClr val="FFC7CE"/>
    <a:srgbClr val="FFFFFF"/>
    <a:srgbClr val="FF6DCE"/>
    <a:srgbClr val="FF9999"/>
    <a:srgbClr val="000000"/>
    <a:srgbClr val="405E00"/>
    <a:srgbClr val="DDDDDD"/>
    <a:srgbClr val="C6EFCE"/>
    <a:srgbClr val="8ED2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38C1B3-0731-4047-B840-65E13ED612F7}" v="4" dt="2025-07-07T12:14:11.8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83" autoAdjust="0"/>
    <p:restoredTop sz="93949" autoAdjust="0"/>
  </p:normalViewPr>
  <p:slideViewPr>
    <p:cSldViewPr showGuides="1">
      <p:cViewPr varScale="1">
        <p:scale>
          <a:sx n="150" d="100"/>
          <a:sy n="150" d="100"/>
        </p:scale>
        <p:origin x="2560" y="168"/>
      </p:cViewPr>
      <p:guideLst>
        <p:guide orient="horz" pos="1162"/>
        <p:guide pos="2971"/>
        <p:guide orient="horz" pos="482"/>
        <p:guide orient="horz" pos="164"/>
        <p:guide pos="204"/>
        <p:guide pos="295"/>
      </p:guideLst>
    </p:cSldViewPr>
  </p:slideViewPr>
  <p:notesTextViewPr>
    <p:cViewPr>
      <p:scale>
        <a:sx n="100" d="100"/>
        <a:sy n="100" d="100"/>
      </p:scale>
      <p:origin x="0" y="0"/>
    </p:cViewPr>
  </p:notesTextViewPr>
  <p:sorterViewPr>
    <p:cViewPr>
      <p:scale>
        <a:sx n="66" d="100"/>
        <a:sy n="66" d="100"/>
      </p:scale>
      <p:origin x="0" y="298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karan, Karthik" userId="9d28b34c-9f20-487f-9b7c-6b38d6d1e734" providerId="ADAL" clId="{CD38C1B3-0731-4047-B840-65E13ED612F7}"/>
    <pc:docChg chg="modSld">
      <pc:chgData name="Sankaran, Karthik" userId="9d28b34c-9f20-487f-9b7c-6b38d6d1e734" providerId="ADAL" clId="{CD38C1B3-0731-4047-B840-65E13ED612F7}" dt="2025-07-07T12:15:34.536" v="70" actId="1036"/>
      <pc:docMkLst>
        <pc:docMk/>
      </pc:docMkLst>
      <pc:sldChg chg="modSp mod">
        <pc:chgData name="Sankaran, Karthik" userId="9d28b34c-9f20-487f-9b7c-6b38d6d1e734" providerId="ADAL" clId="{CD38C1B3-0731-4047-B840-65E13ED612F7}" dt="2025-07-07T12:15:34.536" v="70" actId="1036"/>
        <pc:sldMkLst>
          <pc:docMk/>
          <pc:sldMk cId="1226791700" sldId="588"/>
        </pc:sldMkLst>
        <pc:spChg chg="mod">
          <ac:chgData name="Sankaran, Karthik" userId="9d28b34c-9f20-487f-9b7c-6b38d6d1e734" providerId="ADAL" clId="{CD38C1B3-0731-4047-B840-65E13ED612F7}" dt="2025-07-07T12:14:54.891" v="44" actId="20577"/>
          <ac:spMkLst>
            <pc:docMk/>
            <pc:sldMk cId="1226791700" sldId="588"/>
            <ac:spMk id="5" creationId="{BC7D5FB2-69BF-19DA-AB77-22163A74CAC7}"/>
          </ac:spMkLst>
        </pc:spChg>
        <pc:spChg chg="mod">
          <ac:chgData name="Sankaran, Karthik" userId="9d28b34c-9f20-487f-9b7c-6b38d6d1e734" providerId="ADAL" clId="{CD38C1B3-0731-4047-B840-65E13ED612F7}" dt="2025-07-07T12:12:29.366" v="15" actId="14100"/>
          <ac:spMkLst>
            <pc:docMk/>
            <pc:sldMk cId="1226791700" sldId="588"/>
            <ac:spMk id="13" creationId="{879CA802-DBF2-ACB0-40FA-F5F821939578}"/>
          </ac:spMkLst>
        </pc:spChg>
        <pc:spChg chg="mod">
          <ac:chgData name="Sankaran, Karthik" userId="9d28b34c-9f20-487f-9b7c-6b38d6d1e734" providerId="ADAL" clId="{CD38C1B3-0731-4047-B840-65E13ED612F7}" dt="2025-07-07T12:12:19.384" v="14" actId="1076"/>
          <ac:spMkLst>
            <pc:docMk/>
            <pc:sldMk cId="1226791700" sldId="588"/>
            <ac:spMk id="15" creationId="{F1E1BE5E-A09F-9C7A-3C2C-9B1C9819BBFB}"/>
          </ac:spMkLst>
        </pc:spChg>
        <pc:spChg chg="mod">
          <ac:chgData name="Sankaran, Karthik" userId="9d28b34c-9f20-487f-9b7c-6b38d6d1e734" providerId="ADAL" clId="{CD38C1B3-0731-4047-B840-65E13ED612F7}" dt="2025-07-07T11:13:56.418" v="13" actId="20577"/>
          <ac:spMkLst>
            <pc:docMk/>
            <pc:sldMk cId="1226791700" sldId="588"/>
            <ac:spMk id="16" creationId="{2DE8FBBD-72E1-B846-F7C1-ED171B7145EB}"/>
          </ac:spMkLst>
        </pc:spChg>
        <pc:spChg chg="mod">
          <ac:chgData name="Sankaran, Karthik" userId="9d28b34c-9f20-487f-9b7c-6b38d6d1e734" providerId="ADAL" clId="{CD38C1B3-0731-4047-B840-65E13ED612F7}" dt="2025-07-07T12:12:42.128" v="25" actId="1036"/>
          <ac:spMkLst>
            <pc:docMk/>
            <pc:sldMk cId="1226791700" sldId="588"/>
            <ac:spMk id="19" creationId="{D458A76A-0891-92A0-1A6E-6E0471F4E321}"/>
          </ac:spMkLst>
        </pc:spChg>
        <pc:spChg chg="mod">
          <ac:chgData name="Sankaran, Karthik" userId="9d28b34c-9f20-487f-9b7c-6b38d6d1e734" providerId="ADAL" clId="{CD38C1B3-0731-4047-B840-65E13ED612F7}" dt="2025-07-07T12:12:42.128" v="25" actId="1036"/>
          <ac:spMkLst>
            <pc:docMk/>
            <pc:sldMk cId="1226791700" sldId="588"/>
            <ac:spMk id="20" creationId="{722FF579-ABE7-341F-AFA4-3B980287632C}"/>
          </ac:spMkLst>
        </pc:spChg>
        <pc:spChg chg="mod">
          <ac:chgData name="Sankaran, Karthik" userId="9d28b34c-9f20-487f-9b7c-6b38d6d1e734" providerId="ADAL" clId="{CD38C1B3-0731-4047-B840-65E13ED612F7}" dt="2025-07-07T12:12:42.128" v="25" actId="1036"/>
          <ac:spMkLst>
            <pc:docMk/>
            <pc:sldMk cId="1226791700" sldId="588"/>
            <ac:spMk id="21" creationId="{0F6E7D6E-AA6F-CE11-1ACF-CD0B07FCC43B}"/>
          </ac:spMkLst>
        </pc:spChg>
        <pc:spChg chg="mod">
          <ac:chgData name="Sankaran, Karthik" userId="9d28b34c-9f20-487f-9b7c-6b38d6d1e734" providerId="ADAL" clId="{CD38C1B3-0731-4047-B840-65E13ED612F7}" dt="2025-07-07T12:12:42.128" v="25" actId="1036"/>
          <ac:spMkLst>
            <pc:docMk/>
            <pc:sldMk cId="1226791700" sldId="588"/>
            <ac:spMk id="22" creationId="{44532F48-E5BB-3C69-3031-EDFDCD069FBD}"/>
          </ac:spMkLst>
        </pc:spChg>
        <pc:spChg chg="mod">
          <ac:chgData name="Sankaran, Karthik" userId="9d28b34c-9f20-487f-9b7c-6b38d6d1e734" providerId="ADAL" clId="{CD38C1B3-0731-4047-B840-65E13ED612F7}" dt="2025-07-07T12:15:34.536" v="70" actId="1036"/>
          <ac:spMkLst>
            <pc:docMk/>
            <pc:sldMk cId="1226791700" sldId="588"/>
            <ac:spMk id="27" creationId="{4E098901-19DC-C5A8-BC6A-B83C3BD41490}"/>
          </ac:spMkLst>
        </pc:spChg>
      </pc:sldChg>
    </pc:docChg>
  </pc:docChgLst>
  <pc:docChgLst>
    <pc:chgData name="Sankaran, Karthik" userId="9d28b34c-9f20-487f-9b7c-6b38d6d1e734" providerId="ADAL" clId="{D33BE90A-2B7D-454D-BF48-5F28C4CEA7B2}"/>
    <pc:docChg chg="modSld">
      <pc:chgData name="Sankaran, Karthik" userId="9d28b34c-9f20-487f-9b7c-6b38d6d1e734" providerId="ADAL" clId="{D33BE90A-2B7D-454D-BF48-5F28C4CEA7B2}" dt="2021-02-18T18:49:46.004" v="277" actId="20577"/>
      <pc:docMkLst>
        <pc:docMk/>
      </pc:docMkLst>
      <pc:sldChg chg="modSp mod">
        <pc:chgData name="Sankaran, Karthik" userId="9d28b34c-9f20-487f-9b7c-6b38d6d1e734" providerId="ADAL" clId="{D33BE90A-2B7D-454D-BF48-5F28C4CEA7B2}" dt="2021-02-18T18:49:46.004" v="277" actId="20577"/>
        <pc:sldMkLst>
          <pc:docMk/>
          <pc:sldMk cId="1226791700" sldId="588"/>
        </pc:sldMkLst>
      </pc:sldChg>
    </pc:docChg>
  </pc:docChgLst>
  <pc:docChgLst>
    <pc:chgData name="Sankaran, Karthik" userId="9d28b34c-9f20-487f-9b7c-6b38d6d1e734" providerId="ADAL" clId="{DC08DBB5-0129-834D-8A9C-0EC7FB398248}"/>
    <pc:docChg chg="undo custSel modSld">
      <pc:chgData name="Sankaran, Karthik" userId="9d28b34c-9f20-487f-9b7c-6b38d6d1e734" providerId="ADAL" clId="{DC08DBB5-0129-834D-8A9C-0EC7FB398248}" dt="2023-07-11T09:28:35.622" v="256" actId="478"/>
      <pc:docMkLst>
        <pc:docMk/>
      </pc:docMkLst>
      <pc:sldChg chg="addSp delSp modSp mod">
        <pc:chgData name="Sankaran, Karthik" userId="9d28b34c-9f20-487f-9b7c-6b38d6d1e734" providerId="ADAL" clId="{DC08DBB5-0129-834D-8A9C-0EC7FB398248}" dt="2023-07-11T09:28:35.622" v="256" actId="478"/>
        <pc:sldMkLst>
          <pc:docMk/>
          <pc:sldMk cId="1226791700" sldId="588"/>
        </pc:sldMkLst>
      </pc:sldChg>
    </pc:docChg>
  </pc:docChgLst>
  <pc:docChgLst>
    <pc:chgData name="Sankaran, Karthik" userId="9d28b34c-9f20-487f-9b7c-6b38d6d1e734" providerId="ADAL" clId="{96F2C688-67D9-0C4C-AD52-5F17CE8257EE}"/>
    <pc:docChg chg="mod">
      <pc:chgData name="Sankaran, Karthik" userId="9d28b34c-9f20-487f-9b7c-6b38d6d1e734" providerId="ADAL" clId="{96F2C688-67D9-0C4C-AD52-5F17CE8257EE}" dt="2021-06-28T11:48:08.881" v="0" actId="33475"/>
      <pc:docMkLst>
        <pc:docMk/>
      </pc:docMkLst>
    </pc:docChg>
  </pc:docChgLst>
  <pc:docChgLst>
    <pc:chgData name="Elavathingal, Rivin Jose" userId="d292ac19-ac6f-4950-acdf-85e51378188b" providerId="ADAL" clId="{97FB9489-83F3-8E43-BD08-D27AE6CB1E03}"/>
    <pc:docChg chg="custSel modSld">
      <pc:chgData name="Elavathingal, Rivin Jose" userId="d292ac19-ac6f-4950-acdf-85e51378188b" providerId="ADAL" clId="{97FB9489-83F3-8E43-BD08-D27AE6CB1E03}" dt="2025-07-07T12:34:43.690" v="280" actId="20577"/>
      <pc:docMkLst>
        <pc:docMk/>
      </pc:docMkLst>
      <pc:sldChg chg="modSp mod">
        <pc:chgData name="Elavathingal, Rivin Jose" userId="d292ac19-ac6f-4950-acdf-85e51378188b" providerId="ADAL" clId="{97FB9489-83F3-8E43-BD08-D27AE6CB1E03}" dt="2025-07-07T12:34:43.690" v="280" actId="20577"/>
        <pc:sldMkLst>
          <pc:docMk/>
          <pc:sldMk cId="1226791700" sldId="588"/>
        </pc:sldMkLst>
        <pc:spChg chg="mod">
          <ac:chgData name="Elavathingal, Rivin Jose" userId="d292ac19-ac6f-4950-acdf-85e51378188b" providerId="ADAL" clId="{97FB9489-83F3-8E43-BD08-D27AE6CB1E03}" dt="2025-07-07T12:34:43.690" v="280" actId="20577"/>
          <ac:spMkLst>
            <pc:docMk/>
            <pc:sldMk cId="1226791700" sldId="588"/>
            <ac:spMk id="5" creationId="{BC7D5FB2-69BF-19DA-AB77-22163A74CAC7}"/>
          </ac:spMkLst>
        </pc:spChg>
        <pc:spChg chg="mod">
          <ac:chgData name="Elavathingal, Rivin Jose" userId="d292ac19-ac6f-4950-acdf-85e51378188b" providerId="ADAL" clId="{97FB9489-83F3-8E43-BD08-D27AE6CB1E03}" dt="2025-07-07T12:31:06.108" v="180" actId="20577"/>
          <ac:spMkLst>
            <pc:docMk/>
            <pc:sldMk cId="1226791700" sldId="588"/>
            <ac:spMk id="20" creationId="{722FF579-ABE7-341F-AFA4-3B980287632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54EA0E3A-88C8-477B-8A20-50E706A80C07}" type="datetimeFigureOut">
              <a:rPr lang="en-GB" smtClean="0"/>
              <a:t>07/07/2025</a:t>
            </a:fld>
            <a:endParaRPr lang="en-GB" dirty="0"/>
          </a:p>
        </p:txBody>
      </p:sp>
      <p:sp>
        <p:nvSpPr>
          <p:cNvPr id="4" name="Footer Placeholder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FFEA88EE-60AA-426A-8FA3-CA7CFFD591FB}" type="slidenum">
              <a:rPr lang="en-GB" smtClean="0"/>
              <a:t>‹#›</a:t>
            </a:fld>
            <a:endParaRPr lang="en-GB" dirty="0"/>
          </a:p>
        </p:txBody>
      </p:sp>
    </p:spTree>
    <p:extLst>
      <p:ext uri="{BB962C8B-B14F-4D97-AF65-F5344CB8AC3E}">
        <p14:creationId xmlns:p14="http://schemas.microsoft.com/office/powerpoint/2010/main" val="32972237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2"/>
          </a:xfrm>
          <a:prstGeom prst="rect">
            <a:avLst/>
          </a:prstGeom>
        </p:spPr>
        <p:txBody>
          <a:bodyPr vert="horz" lIns="95571" tIns="47786" rIns="95571" bIns="47786" rtlCol="0"/>
          <a:lstStyle>
            <a:lvl1pPr algn="l">
              <a:defRPr sz="1300"/>
            </a:lvl1pPr>
          </a:lstStyle>
          <a:p>
            <a:endParaRPr lang="en-GB" dirty="0"/>
          </a:p>
        </p:txBody>
      </p:sp>
      <p:sp>
        <p:nvSpPr>
          <p:cNvPr id="3" name="Date Placeholder 2"/>
          <p:cNvSpPr>
            <a:spLocks noGrp="1"/>
          </p:cNvSpPr>
          <p:nvPr>
            <p:ph type="dt" idx="1"/>
          </p:nvPr>
        </p:nvSpPr>
        <p:spPr>
          <a:xfrm>
            <a:off x="3850443" y="0"/>
            <a:ext cx="2945659" cy="496412"/>
          </a:xfrm>
          <a:prstGeom prst="rect">
            <a:avLst/>
          </a:prstGeom>
        </p:spPr>
        <p:txBody>
          <a:bodyPr vert="horz" lIns="95571" tIns="47786" rIns="95571" bIns="47786" rtlCol="0"/>
          <a:lstStyle>
            <a:lvl1pPr algn="r">
              <a:defRPr sz="1300"/>
            </a:lvl1pPr>
          </a:lstStyle>
          <a:p>
            <a:fld id="{0BA5BBE4-AEA3-489A-A28E-0C2FAF2506E3}" type="datetimeFigureOut">
              <a:rPr lang="en-US" smtClean="0"/>
              <a:pPr/>
              <a:t>7/7/25</a:t>
            </a:fld>
            <a:endParaRPr lang="en-GB" dirty="0"/>
          </a:p>
        </p:txBody>
      </p:sp>
      <p:sp>
        <p:nvSpPr>
          <p:cNvPr id="4" name="Slide Image Placeholder 3"/>
          <p:cNvSpPr>
            <a:spLocks noGrp="1" noRot="1" noChangeAspect="1"/>
          </p:cNvSpPr>
          <p:nvPr>
            <p:ph type="sldImg" idx="2"/>
          </p:nvPr>
        </p:nvSpPr>
        <p:spPr>
          <a:xfrm>
            <a:off x="919163" y="746125"/>
            <a:ext cx="4959350" cy="3721100"/>
          </a:xfrm>
          <a:prstGeom prst="rect">
            <a:avLst/>
          </a:prstGeom>
          <a:noFill/>
          <a:ln w="12700">
            <a:solidFill>
              <a:prstClr val="black"/>
            </a:solidFill>
          </a:ln>
        </p:spPr>
        <p:txBody>
          <a:bodyPr vert="horz" lIns="95571" tIns="47786" rIns="95571" bIns="47786" rtlCol="0" anchor="ctr"/>
          <a:lstStyle/>
          <a:p>
            <a:endParaRPr lang="en-GB" dirty="0"/>
          </a:p>
        </p:txBody>
      </p:sp>
      <p:sp>
        <p:nvSpPr>
          <p:cNvPr id="5" name="Notes Placeholder 4"/>
          <p:cNvSpPr>
            <a:spLocks noGrp="1"/>
          </p:cNvSpPr>
          <p:nvPr>
            <p:ph type="body" sz="quarter" idx="3"/>
          </p:nvPr>
        </p:nvSpPr>
        <p:spPr>
          <a:xfrm>
            <a:off x="679768" y="4715907"/>
            <a:ext cx="5438140" cy="4467701"/>
          </a:xfrm>
          <a:prstGeom prst="rect">
            <a:avLst/>
          </a:prstGeom>
        </p:spPr>
        <p:txBody>
          <a:bodyPr vert="horz" lIns="95571" tIns="47786" rIns="95571" bIns="4778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30091"/>
            <a:ext cx="2945659" cy="496412"/>
          </a:xfrm>
          <a:prstGeom prst="rect">
            <a:avLst/>
          </a:prstGeom>
        </p:spPr>
        <p:txBody>
          <a:bodyPr vert="horz" lIns="95571" tIns="47786" rIns="95571" bIns="47786" rtlCol="0" anchor="b"/>
          <a:lstStyle>
            <a:lvl1pPr algn="l">
              <a:defRPr sz="1300"/>
            </a:lvl1pPr>
          </a:lstStyle>
          <a:p>
            <a:endParaRPr lang="en-GB" dirty="0"/>
          </a:p>
        </p:txBody>
      </p:sp>
      <p:sp>
        <p:nvSpPr>
          <p:cNvPr id="7" name="Slide Number Placeholder 6"/>
          <p:cNvSpPr>
            <a:spLocks noGrp="1"/>
          </p:cNvSpPr>
          <p:nvPr>
            <p:ph type="sldNum" sz="quarter" idx="5"/>
          </p:nvPr>
        </p:nvSpPr>
        <p:spPr>
          <a:xfrm>
            <a:off x="3850443" y="9430091"/>
            <a:ext cx="2945659" cy="496412"/>
          </a:xfrm>
          <a:prstGeom prst="rect">
            <a:avLst/>
          </a:prstGeom>
        </p:spPr>
        <p:txBody>
          <a:bodyPr vert="horz" lIns="95571" tIns="47786" rIns="95571" bIns="47786" rtlCol="0" anchor="b"/>
          <a:lstStyle>
            <a:lvl1pPr algn="r">
              <a:defRPr sz="1300"/>
            </a:lvl1pPr>
          </a:lstStyle>
          <a:p>
            <a:fld id="{C0F4A2C8-6C88-4E71-83EE-698B9D4FE22F}" type="slidenum">
              <a:rPr lang="en-GB" smtClean="0"/>
              <a:pPr/>
              <a:t>‹#›</a:t>
            </a:fld>
            <a:endParaRPr lang="en-GB" dirty="0"/>
          </a:p>
        </p:txBody>
      </p:sp>
    </p:spTree>
    <p:extLst>
      <p:ext uri="{BB962C8B-B14F-4D97-AF65-F5344CB8AC3E}">
        <p14:creationId xmlns:p14="http://schemas.microsoft.com/office/powerpoint/2010/main" val="1225625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be updated</a:t>
            </a:r>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a:t>
            </a:fld>
            <a:endParaRPr lang="en-GB" dirty="0">
              <a:solidFill>
                <a:prstClr val="black"/>
              </a:solidFill>
            </a:endParaRPr>
          </a:p>
        </p:txBody>
      </p:sp>
    </p:spTree>
    <p:extLst>
      <p:ext uri="{BB962C8B-B14F-4D97-AF65-F5344CB8AC3E}">
        <p14:creationId xmlns:p14="http://schemas.microsoft.com/office/powerpoint/2010/main" val="3804287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374400" y="1812924"/>
            <a:ext cx="4628956" cy="842400"/>
          </a:xfrm>
        </p:spPr>
        <p:txBody>
          <a:bodyPr>
            <a:noAutofit/>
          </a:bodyPr>
          <a:lstStyle>
            <a:lvl1pPr>
              <a:defRPr sz="2800">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374400" y="4357694"/>
            <a:ext cx="4628561" cy="1143008"/>
          </a:xfrm>
        </p:spPr>
        <p:txBody>
          <a:bodyPr>
            <a:normAutofit/>
          </a:bodyPr>
          <a:lstStyle>
            <a:lvl1pPr marL="0" indent="0" algn="l">
              <a:lnSpc>
                <a:spcPct val="120000"/>
              </a:lnSpc>
              <a:spcBef>
                <a:spcPts val="0"/>
              </a:spcBef>
              <a:spcAft>
                <a:spcPts val="0"/>
              </a:spcAft>
              <a:buNone/>
              <a:defRPr sz="1400" b="0">
                <a:solidFill>
                  <a:schemeClr val="accent5"/>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8" name="Text Placeholder 5"/>
          <p:cNvSpPr>
            <a:spLocks noGrp="1"/>
          </p:cNvSpPr>
          <p:nvPr>
            <p:ph type="body" sz="quarter" idx="10"/>
          </p:nvPr>
        </p:nvSpPr>
        <p:spPr>
          <a:xfrm>
            <a:off x="375050" y="2663187"/>
            <a:ext cx="46296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11" name="Footer Placeholder 4"/>
          <p:cNvSpPr>
            <a:spLocks noGrp="1"/>
          </p:cNvSpPr>
          <p:nvPr>
            <p:ph type="ftr" sz="quarter" idx="3"/>
          </p:nvPr>
        </p:nvSpPr>
        <p:spPr>
          <a:xfrm>
            <a:off x="1199327" y="6407835"/>
            <a:ext cx="7559473" cy="252000"/>
          </a:xfrm>
          <a:prstGeom prst="rect">
            <a:avLst/>
          </a:prstGeom>
        </p:spPr>
        <p:txBody>
          <a:bodyPr vert="horz" lIns="36000" tIns="0" rIns="0" bIns="0" rtlCol="0" anchor="ctr" anchorCtr="0"/>
          <a:lstStyle>
            <a:lvl1pPr algn="r">
              <a:defRPr sz="800" b="0">
                <a:solidFill>
                  <a:srgbClr val="8C8C8C"/>
                </a:solidFill>
              </a:defRPr>
            </a:lvl1pPr>
          </a:lstStyle>
          <a:p>
            <a:r>
              <a:rPr lang="en-GB" dirty="0"/>
              <a:t>© 2014 Deloitte MCS Limited. Private and confidential.</a:t>
            </a:r>
          </a:p>
        </p:txBody>
      </p:sp>
      <p:sp>
        <p:nvSpPr>
          <p:cNvPr id="12"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rgbClr val="8C8C8C"/>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375615" y="1812924"/>
            <a:ext cx="2772000" cy="842400"/>
          </a:xfrm>
        </p:spPr>
        <p:txBody>
          <a:bodyPr/>
          <a:lstStyle>
            <a:lvl1pPr>
              <a:defRPr sz="2800">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375615" y="4357694"/>
            <a:ext cx="2772000" cy="1048554"/>
          </a:xfrm>
        </p:spPr>
        <p:txBody>
          <a:bodyPr>
            <a:normAutofit/>
          </a:bodyPr>
          <a:lstStyle>
            <a:lvl1pPr marL="0" indent="0" algn="l">
              <a:lnSpc>
                <a:spcPct val="120000"/>
              </a:lnSpc>
              <a:spcBef>
                <a:spcPts val="0"/>
              </a:spcBef>
              <a:buNone/>
              <a:defRPr sz="1400" b="0">
                <a:solidFill>
                  <a:schemeClr val="accent5"/>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11" name="Text Placeholder 5"/>
          <p:cNvSpPr>
            <a:spLocks noGrp="1"/>
          </p:cNvSpPr>
          <p:nvPr>
            <p:ph type="body" sz="quarter" idx="10"/>
          </p:nvPr>
        </p:nvSpPr>
        <p:spPr>
          <a:xfrm>
            <a:off x="375050" y="2663187"/>
            <a:ext cx="2772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7" name="Footer Placeholder 4"/>
          <p:cNvSpPr>
            <a:spLocks noGrp="1"/>
          </p:cNvSpPr>
          <p:nvPr>
            <p:ph type="ftr" sz="quarter" idx="3"/>
          </p:nvPr>
        </p:nvSpPr>
        <p:spPr>
          <a:xfrm>
            <a:off x="1199327" y="6407835"/>
            <a:ext cx="7559473" cy="252000"/>
          </a:xfrm>
          <a:prstGeom prst="rect">
            <a:avLst/>
          </a:prstGeom>
        </p:spPr>
        <p:txBody>
          <a:bodyPr vert="horz" lIns="36000" tIns="0" rIns="0" bIns="0" rtlCol="0" anchor="ctr" anchorCtr="0"/>
          <a:lstStyle>
            <a:lvl1pPr algn="r">
              <a:defRPr sz="800" b="0">
                <a:solidFill>
                  <a:srgbClr val="8C8C8C"/>
                </a:solidFill>
              </a:defRPr>
            </a:lvl1pPr>
          </a:lstStyle>
          <a:p>
            <a:r>
              <a:rPr lang="en-GB" dirty="0"/>
              <a:t>© 2014 Deloitte MCS Limited. Private and confidential.</a:t>
            </a:r>
          </a:p>
        </p:txBody>
      </p:sp>
      <p:sp>
        <p:nvSpPr>
          <p:cNvPr id="8"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rgbClr val="8C8C8C"/>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sp>
        <p:nvSpPr>
          <p:cNvPr id="2" name="Title 1"/>
          <p:cNvSpPr>
            <a:spLocks noGrp="1"/>
          </p:cNvSpPr>
          <p:nvPr>
            <p:ph type="ctrTitle"/>
          </p:nvPr>
        </p:nvSpPr>
        <p:spPr>
          <a:xfrm>
            <a:off x="621838" y="1093316"/>
            <a:ext cx="4878856" cy="849600"/>
          </a:xfrm>
        </p:spPr>
        <p:txBody>
          <a:bodyPr/>
          <a:lstStyle>
            <a:lvl1pPr>
              <a:defRPr sz="2800">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621838" y="2668126"/>
            <a:ext cx="4878856" cy="388186"/>
          </a:xfrm>
        </p:spPr>
        <p:txBody>
          <a:bodyPr>
            <a:normAutofit/>
          </a:bodyPr>
          <a:lstStyle>
            <a:lvl1pPr marL="0" indent="0" algn="l">
              <a:spcBef>
                <a:spcPts val="0"/>
              </a:spcBef>
              <a:buNone/>
              <a:defRPr sz="1400" b="0">
                <a:solidFill>
                  <a:schemeClr val="accent5"/>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11" name="Text Placeholder 5"/>
          <p:cNvSpPr>
            <a:spLocks noGrp="1"/>
          </p:cNvSpPr>
          <p:nvPr>
            <p:ph type="body" sz="quarter" idx="10"/>
          </p:nvPr>
        </p:nvSpPr>
        <p:spPr>
          <a:xfrm>
            <a:off x="621838" y="1953740"/>
            <a:ext cx="4878856" cy="7020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7" name="Footer Placeholder 4"/>
          <p:cNvSpPr>
            <a:spLocks noGrp="1"/>
          </p:cNvSpPr>
          <p:nvPr>
            <p:ph type="ftr" sz="quarter" idx="3"/>
          </p:nvPr>
        </p:nvSpPr>
        <p:spPr>
          <a:xfrm>
            <a:off x="1199327" y="6407835"/>
            <a:ext cx="7559473" cy="252000"/>
          </a:xfrm>
          <a:prstGeom prst="rect">
            <a:avLst/>
          </a:prstGeom>
        </p:spPr>
        <p:txBody>
          <a:bodyPr vert="horz" lIns="36000" tIns="0" rIns="0" bIns="0" rtlCol="0" anchor="ctr" anchorCtr="0"/>
          <a:lstStyle>
            <a:lvl1pPr algn="r">
              <a:defRPr sz="800" b="0">
                <a:solidFill>
                  <a:srgbClr val="8C8C8C"/>
                </a:solidFill>
              </a:defRPr>
            </a:lvl1pPr>
          </a:lstStyle>
          <a:p>
            <a:r>
              <a:rPr lang="en-GB" dirty="0"/>
              <a:t>© 2014 Deloitte MCS Limited. Private and confidential.</a:t>
            </a:r>
          </a:p>
        </p:txBody>
      </p:sp>
      <p:sp>
        <p:nvSpPr>
          <p:cNvPr id="8"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rgbClr val="8C8C8C"/>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370113" y="765175"/>
            <a:ext cx="8388000" cy="969282"/>
          </a:xfrm>
        </p:spPr>
        <p:txBody>
          <a:bodyPr>
            <a:normAutofit/>
          </a:bodyPr>
          <a:lstStyle>
            <a:lvl1pPr marL="0" indent="0">
              <a:buNone/>
              <a:defRPr sz="3000" b="0">
                <a:solidFill>
                  <a:schemeClr val="accent5"/>
                </a:solidFill>
              </a:defRPr>
            </a:lvl1pPr>
          </a:lstStyle>
          <a:p>
            <a:pPr lvl="0"/>
            <a:r>
              <a:rPr lang="en-US"/>
              <a:t>Click to edit Master text styles</a:t>
            </a:r>
          </a:p>
        </p:txBody>
      </p:sp>
      <p:sp>
        <p:nvSpPr>
          <p:cNvPr id="14" name="Title Placeholder 1"/>
          <p:cNvSpPr>
            <a:spLocks noGrp="1"/>
          </p:cNvSpPr>
          <p:nvPr>
            <p:ph type="title"/>
          </p:nvPr>
        </p:nvSpPr>
        <p:spPr>
          <a:xfrm>
            <a:off x="370113" y="295683"/>
            <a:ext cx="8388000" cy="469492"/>
          </a:xfrm>
          <a:prstGeom prst="rect">
            <a:avLst/>
          </a:prstGeom>
        </p:spPr>
        <p:txBody>
          <a:bodyPr vert="horz" lIns="0" tIns="0" rIns="0" bIns="0" rtlCol="0" anchor="t" anchorCtr="0">
            <a:noAutofit/>
          </a:bodyPr>
          <a:lstStyle/>
          <a:p>
            <a:r>
              <a:rPr lang="en-US"/>
              <a:t>Click to edit Master title style</a:t>
            </a:r>
            <a:endParaRPr lang="en-GB" dirty="0"/>
          </a:p>
        </p:txBody>
      </p:sp>
      <p:sp>
        <p:nvSpPr>
          <p:cNvPr id="20" name="Text Placeholder 19"/>
          <p:cNvSpPr>
            <a:spLocks noGrp="1"/>
          </p:cNvSpPr>
          <p:nvPr>
            <p:ph type="body" sz="quarter" idx="14"/>
          </p:nvPr>
        </p:nvSpPr>
        <p:spPr>
          <a:xfrm>
            <a:off x="370800" y="1803543"/>
            <a:ext cx="8388000" cy="4536000"/>
          </a:xfrm>
        </p:spPr>
        <p:txBody>
          <a:bodyPr/>
          <a:lstStyle>
            <a:lvl1pPr marL="0" indent="0">
              <a:buNone/>
              <a:defRPr/>
            </a:lvl1pPr>
            <a:lvl2pPr marL="266700" indent="-266700">
              <a:buFont typeface="Arial"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Footer Placeholder 4"/>
          <p:cNvSpPr>
            <a:spLocks noGrp="1"/>
          </p:cNvSpPr>
          <p:nvPr>
            <p:ph type="ftr" sz="quarter" idx="3"/>
          </p:nvPr>
        </p:nvSpPr>
        <p:spPr>
          <a:xfrm>
            <a:off x="1199327" y="6407835"/>
            <a:ext cx="7559473" cy="252000"/>
          </a:xfrm>
          <a:prstGeom prst="rect">
            <a:avLst/>
          </a:prstGeom>
        </p:spPr>
        <p:txBody>
          <a:bodyPr vert="horz" lIns="36000" tIns="0" rIns="0" bIns="0" rtlCol="0" anchor="ctr" anchorCtr="0"/>
          <a:lstStyle>
            <a:lvl1pPr algn="r">
              <a:defRPr sz="800" b="0">
                <a:solidFill>
                  <a:srgbClr val="8C8C8C"/>
                </a:solidFill>
              </a:defRPr>
            </a:lvl1pPr>
          </a:lstStyle>
          <a:p>
            <a:r>
              <a:rPr lang="en-GB" dirty="0"/>
              <a:t>© 2014 Deloitte MCS Limited. Private and confidential.</a:t>
            </a:r>
          </a:p>
        </p:txBody>
      </p:sp>
      <p:sp>
        <p:nvSpPr>
          <p:cNvPr id="8"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rgbClr val="8C8C8C"/>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eface Layou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370113" y="295682"/>
            <a:ext cx="8388000" cy="990177"/>
          </a:xfrm>
          <a:prstGeom prst="rect">
            <a:avLst/>
          </a:prstGeom>
        </p:spPr>
        <p:txBody>
          <a:bodyPr vert="horz" lIns="0" tIns="0" rIns="0" bIns="0" rtlCol="0" anchor="t" anchorCtr="0">
            <a:noAutofit/>
          </a:bodyPr>
          <a:lstStyle/>
          <a:p>
            <a:r>
              <a:rPr lang="en-US"/>
              <a:t>Click to edit Master title style</a:t>
            </a:r>
            <a:endParaRPr lang="en-GB" dirty="0"/>
          </a:p>
        </p:txBody>
      </p:sp>
      <p:sp>
        <p:nvSpPr>
          <p:cNvPr id="20" name="Text Placeholder 19"/>
          <p:cNvSpPr>
            <a:spLocks noGrp="1"/>
          </p:cNvSpPr>
          <p:nvPr>
            <p:ph type="body" sz="quarter" idx="14"/>
          </p:nvPr>
        </p:nvSpPr>
        <p:spPr>
          <a:xfrm>
            <a:off x="370800" y="1805667"/>
            <a:ext cx="8388000" cy="4545033"/>
          </a:xfrm>
        </p:spPr>
        <p:txBody>
          <a:bodyPr/>
          <a:lstStyle>
            <a:lvl1pPr marL="0" indent="0" algn="l">
              <a:buNone/>
              <a:defRPr/>
            </a:lvl1pPr>
            <a:lvl2pPr marL="266700" indent="-266700">
              <a:buFont typeface="Arial"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Footer Placeholder 4"/>
          <p:cNvSpPr>
            <a:spLocks noGrp="1"/>
          </p:cNvSpPr>
          <p:nvPr>
            <p:ph type="ftr" sz="quarter" idx="3"/>
          </p:nvPr>
        </p:nvSpPr>
        <p:spPr>
          <a:xfrm>
            <a:off x="1199327" y="6407835"/>
            <a:ext cx="7559473" cy="252000"/>
          </a:xfrm>
          <a:prstGeom prst="rect">
            <a:avLst/>
          </a:prstGeom>
        </p:spPr>
        <p:txBody>
          <a:bodyPr vert="horz" lIns="36000" tIns="0" rIns="0" bIns="0" rtlCol="0" anchor="ctr" anchorCtr="0"/>
          <a:lstStyle>
            <a:lvl1pPr algn="r">
              <a:defRPr sz="800" b="0">
                <a:solidFill>
                  <a:srgbClr val="8C8C8C"/>
                </a:solidFill>
              </a:defRPr>
            </a:lvl1pPr>
          </a:lstStyle>
          <a:p>
            <a:r>
              <a:rPr lang="en-GB" dirty="0"/>
              <a:t>© 2014 Deloitte MCS Limited. Private and confidential.</a:t>
            </a:r>
          </a:p>
        </p:txBody>
      </p:sp>
      <p:sp>
        <p:nvSpPr>
          <p:cNvPr id="8"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rgbClr val="8C8C8C"/>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Text &amp; Conten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370113" y="295683"/>
            <a:ext cx="8388000" cy="469492"/>
          </a:xfrm>
          <a:prstGeom prst="rect">
            <a:avLst/>
          </a:prstGeom>
        </p:spPr>
        <p:txBody>
          <a:bodyPr vert="horz" lIns="0" tIns="0" rIns="0" bIns="0" rtlCol="0" anchor="t" anchorCtr="0">
            <a:noAutofit/>
          </a:bodyPr>
          <a:lstStyle/>
          <a:p>
            <a:r>
              <a:rPr lang="en-US"/>
              <a:t>Click to edit Master title style</a:t>
            </a:r>
            <a:endParaRPr lang="en-GB" dirty="0"/>
          </a:p>
        </p:txBody>
      </p:sp>
      <p:sp>
        <p:nvSpPr>
          <p:cNvPr id="9" name="Text Placeholder 8"/>
          <p:cNvSpPr>
            <a:spLocks noGrp="1"/>
          </p:cNvSpPr>
          <p:nvPr>
            <p:ph type="body" sz="quarter" idx="13"/>
          </p:nvPr>
        </p:nvSpPr>
        <p:spPr>
          <a:xfrm>
            <a:off x="370113" y="765175"/>
            <a:ext cx="8388000" cy="969282"/>
          </a:xfrm>
        </p:spPr>
        <p:txBody>
          <a:bodyPr>
            <a:normAutofit/>
          </a:bodyPr>
          <a:lstStyle>
            <a:lvl1pPr marL="0" indent="0">
              <a:buNone/>
              <a:defRPr sz="3000" b="0">
                <a:solidFill>
                  <a:schemeClr val="accent5"/>
                </a:solidFill>
              </a:defRPr>
            </a:lvl1pPr>
          </a:lstStyle>
          <a:p>
            <a:pPr lvl="0"/>
            <a:r>
              <a:rPr lang="en-US"/>
              <a:t>Click to edit Master text styles</a:t>
            </a:r>
          </a:p>
        </p:txBody>
      </p:sp>
      <p:sp>
        <p:nvSpPr>
          <p:cNvPr id="20" name="Text Placeholder 19"/>
          <p:cNvSpPr>
            <a:spLocks noGrp="1"/>
          </p:cNvSpPr>
          <p:nvPr>
            <p:ph type="body" sz="quarter" idx="14"/>
          </p:nvPr>
        </p:nvSpPr>
        <p:spPr>
          <a:xfrm>
            <a:off x="370800" y="1803543"/>
            <a:ext cx="4140000" cy="4536000"/>
          </a:xfrm>
        </p:spPr>
        <p:txBody>
          <a:bodyPr/>
          <a:lstStyle>
            <a:lvl4pPr marL="539750" indent="-273050">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hart Placeholder 7"/>
          <p:cNvSpPr>
            <a:spLocks noGrp="1"/>
          </p:cNvSpPr>
          <p:nvPr>
            <p:ph type="chart" sz="quarter" idx="15"/>
          </p:nvPr>
        </p:nvSpPr>
        <p:spPr>
          <a:xfrm>
            <a:off x="4643437" y="1803543"/>
            <a:ext cx="4140000" cy="4536000"/>
          </a:xfrm>
        </p:spPr>
        <p:txBody>
          <a:bodyPr/>
          <a:lstStyle/>
          <a:p>
            <a:r>
              <a:rPr lang="en-US" dirty="0"/>
              <a:t>Click icon to add chart</a:t>
            </a:r>
            <a:endParaRPr lang="en-GB" dirty="0"/>
          </a:p>
        </p:txBody>
      </p:sp>
      <p:sp>
        <p:nvSpPr>
          <p:cNvPr id="10" name="Footer Placeholder 4"/>
          <p:cNvSpPr>
            <a:spLocks noGrp="1"/>
          </p:cNvSpPr>
          <p:nvPr>
            <p:ph type="ftr" sz="quarter" idx="3"/>
          </p:nvPr>
        </p:nvSpPr>
        <p:spPr>
          <a:xfrm>
            <a:off x="1199327" y="6407835"/>
            <a:ext cx="7559473" cy="252000"/>
          </a:xfrm>
          <a:prstGeom prst="rect">
            <a:avLst/>
          </a:prstGeom>
        </p:spPr>
        <p:txBody>
          <a:bodyPr vert="horz" lIns="36000" tIns="0" rIns="0" bIns="0" rtlCol="0" anchor="ctr" anchorCtr="0"/>
          <a:lstStyle>
            <a:lvl1pPr algn="r">
              <a:defRPr sz="800" b="0">
                <a:solidFill>
                  <a:srgbClr val="8C8C8C"/>
                </a:solidFill>
              </a:defRPr>
            </a:lvl1pPr>
          </a:lstStyle>
          <a:p>
            <a:r>
              <a:rPr lang="en-GB" dirty="0"/>
              <a:t>© 2014 Deloitte MCS Limited. Private and confidential.</a:t>
            </a:r>
          </a:p>
        </p:txBody>
      </p:sp>
      <p:sp>
        <p:nvSpPr>
          <p:cNvPr id="11"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rgbClr val="8C8C8C"/>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0" indent="0">
              <a:buNone/>
              <a:defRPr b="0"/>
            </a:lvl1pPr>
            <a:lvl2pPr marL="266700" indent="-266700">
              <a:buFont typeface="Arial" pitchFamily="34" charset="0"/>
              <a:buChar char="•"/>
              <a:tabLst/>
              <a:defRPr/>
            </a:lvl2pPr>
            <a:lvl3pPr marL="266700" indent="-266700">
              <a:buFont typeface="Arial" pitchFamily="34" charset="0"/>
              <a:buChar char="•"/>
              <a:defRPr i="1"/>
            </a:lvl3pPr>
            <a:lvl4pPr marL="539750" indent="-273050">
              <a:buFont typeface="Arial" pitchFamily="34" charset="0"/>
              <a:buChar char="−"/>
              <a:defRPr i="0"/>
            </a:lvl4pPr>
            <a:lvl5pPr marL="806450" indent="-2667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itle Placeholder 1"/>
          <p:cNvSpPr>
            <a:spLocks noGrp="1"/>
          </p:cNvSpPr>
          <p:nvPr>
            <p:ph type="title"/>
          </p:nvPr>
        </p:nvSpPr>
        <p:spPr>
          <a:xfrm>
            <a:off x="370113" y="295683"/>
            <a:ext cx="8388000" cy="469492"/>
          </a:xfrm>
          <a:prstGeom prst="rect">
            <a:avLst/>
          </a:prstGeom>
        </p:spPr>
        <p:txBody>
          <a:bodyPr vert="horz" lIns="0" tIns="0" rIns="0" bIns="0" rtlCol="0" anchor="t" anchorCtr="0">
            <a:noAutofit/>
          </a:bodyPr>
          <a:lstStyle/>
          <a:p>
            <a:r>
              <a:rPr lang="en-US"/>
              <a:t>Click to edit Master title style</a:t>
            </a:r>
            <a:endParaRPr lang="en-GB" dirty="0"/>
          </a:p>
        </p:txBody>
      </p:sp>
      <p:sp>
        <p:nvSpPr>
          <p:cNvPr id="17" name="Text Placeholder 8"/>
          <p:cNvSpPr>
            <a:spLocks noGrp="1"/>
          </p:cNvSpPr>
          <p:nvPr>
            <p:ph type="body" sz="quarter" idx="13"/>
          </p:nvPr>
        </p:nvSpPr>
        <p:spPr>
          <a:xfrm>
            <a:off x="370113" y="765175"/>
            <a:ext cx="8388000" cy="969282"/>
          </a:xfrm>
        </p:spPr>
        <p:txBody>
          <a:bodyPr>
            <a:normAutofit/>
          </a:bodyPr>
          <a:lstStyle>
            <a:lvl1pPr marL="0" indent="0">
              <a:buNone/>
              <a:defRPr sz="3000" b="0">
                <a:solidFill>
                  <a:schemeClr val="accent5"/>
                </a:solidFill>
              </a:defRPr>
            </a:lvl1pPr>
          </a:lstStyle>
          <a:p>
            <a:pPr lvl="0"/>
            <a:r>
              <a:rPr lang="en-US"/>
              <a:t>Click to edit Master text styles</a:t>
            </a:r>
          </a:p>
        </p:txBody>
      </p:sp>
      <p:sp>
        <p:nvSpPr>
          <p:cNvPr id="8" name="Footer Placeholder 4"/>
          <p:cNvSpPr>
            <a:spLocks noGrp="1"/>
          </p:cNvSpPr>
          <p:nvPr>
            <p:ph type="ftr" sz="quarter" idx="3"/>
          </p:nvPr>
        </p:nvSpPr>
        <p:spPr>
          <a:xfrm>
            <a:off x="1199327" y="6407835"/>
            <a:ext cx="7559473" cy="252000"/>
          </a:xfrm>
          <a:prstGeom prst="rect">
            <a:avLst/>
          </a:prstGeom>
        </p:spPr>
        <p:txBody>
          <a:bodyPr vert="horz" lIns="36000" tIns="0" rIns="0" bIns="0" rtlCol="0" anchor="ctr" anchorCtr="0"/>
          <a:lstStyle>
            <a:lvl1pPr algn="r">
              <a:defRPr sz="800" b="0">
                <a:solidFill>
                  <a:srgbClr val="8C8C8C"/>
                </a:solidFill>
              </a:defRPr>
            </a:lvl1pPr>
          </a:lstStyle>
          <a:p>
            <a:r>
              <a:rPr lang="en-GB" dirty="0"/>
              <a:t>© 2014 Deloitte MCS Limited. Private and confidential.</a:t>
            </a:r>
          </a:p>
        </p:txBody>
      </p:sp>
      <p:sp>
        <p:nvSpPr>
          <p:cNvPr id="9"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rgbClr val="8C8C8C"/>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alifications">
    <p:spTree>
      <p:nvGrpSpPr>
        <p:cNvPr id="1" name=""/>
        <p:cNvGrpSpPr/>
        <p:nvPr/>
      </p:nvGrpSpPr>
      <p:grpSpPr>
        <a:xfrm>
          <a:off x="0" y="0"/>
          <a:ext cx="0" cy="0"/>
          <a:chOff x="0" y="0"/>
          <a:chExt cx="0" cy="0"/>
        </a:xfrm>
      </p:grpSpPr>
      <p:sp>
        <p:nvSpPr>
          <p:cNvPr id="3" name="Content Placeholder 2"/>
          <p:cNvSpPr>
            <a:spLocks noGrp="1"/>
          </p:cNvSpPr>
          <p:nvPr>
            <p:ph idx="1"/>
          </p:nvPr>
        </p:nvSpPr>
        <p:spPr>
          <a:xfrm>
            <a:off x="371787" y="2238199"/>
            <a:ext cx="4122000" cy="1800000"/>
          </a:xfrm>
        </p:spPr>
        <p:txBody>
          <a:bodyPr/>
          <a:lstStyle>
            <a:lvl1pPr marL="0" indent="0">
              <a:spcBef>
                <a:spcPts val="600"/>
              </a:spcBef>
              <a:buNone/>
              <a:defRPr b="0"/>
            </a:lvl1pPr>
            <a:lvl2pPr marL="271463" indent="-271463">
              <a:spcBef>
                <a:spcPts val="600"/>
              </a:spcBef>
              <a:buFont typeface="Arial" pitchFamily="34" charset="0"/>
              <a:buChar char="•"/>
              <a:tabLst/>
              <a:defRPr/>
            </a:lvl2pPr>
            <a:lvl3pPr marL="274638" indent="-274638">
              <a:spcBef>
                <a:spcPts val="600"/>
              </a:spcBef>
              <a:buFont typeface="Arial" pitchFamily="34" charset="0"/>
              <a:buChar char="•"/>
              <a:defRPr i="1"/>
            </a:lvl3pPr>
            <a:lvl4pPr marL="534988" indent="-263525">
              <a:spcBef>
                <a:spcPts val="600"/>
              </a:spcBef>
              <a:buFont typeface="Arial" pitchFamily="34" charset="0"/>
              <a:buChar char="−"/>
              <a:defRPr i="0"/>
            </a:lvl4pPr>
            <a:lvl5pPr marL="806450" indent="-271463">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itle Placeholder 1"/>
          <p:cNvSpPr>
            <a:spLocks noGrp="1"/>
          </p:cNvSpPr>
          <p:nvPr>
            <p:ph type="title"/>
          </p:nvPr>
        </p:nvSpPr>
        <p:spPr>
          <a:xfrm>
            <a:off x="370113" y="295683"/>
            <a:ext cx="8388000" cy="469492"/>
          </a:xfrm>
          <a:prstGeom prst="rect">
            <a:avLst/>
          </a:prstGeom>
        </p:spPr>
        <p:txBody>
          <a:bodyPr vert="horz" lIns="0" tIns="0" rIns="0" bIns="0" rtlCol="0" anchor="t" anchorCtr="0">
            <a:noAutofit/>
          </a:bodyPr>
          <a:lstStyle/>
          <a:p>
            <a:r>
              <a:rPr lang="en-US"/>
              <a:t>Click to edit Master title style</a:t>
            </a:r>
            <a:endParaRPr lang="en-GB" dirty="0"/>
          </a:p>
        </p:txBody>
      </p:sp>
      <p:sp>
        <p:nvSpPr>
          <p:cNvPr id="17" name="Text Placeholder 8"/>
          <p:cNvSpPr>
            <a:spLocks noGrp="1"/>
          </p:cNvSpPr>
          <p:nvPr>
            <p:ph type="body" sz="quarter" idx="13"/>
          </p:nvPr>
        </p:nvSpPr>
        <p:spPr>
          <a:xfrm>
            <a:off x="370113" y="765175"/>
            <a:ext cx="8388000" cy="969282"/>
          </a:xfrm>
        </p:spPr>
        <p:txBody>
          <a:bodyPr>
            <a:normAutofit/>
          </a:bodyPr>
          <a:lstStyle>
            <a:lvl1pPr marL="0" indent="0">
              <a:buNone/>
              <a:defRPr sz="3000" b="0">
                <a:solidFill>
                  <a:schemeClr val="accent5"/>
                </a:solidFill>
              </a:defRPr>
            </a:lvl1pPr>
          </a:lstStyle>
          <a:p>
            <a:pPr lvl="0"/>
            <a:r>
              <a:rPr lang="en-US"/>
              <a:t>Click to edit Master text styles</a:t>
            </a:r>
          </a:p>
        </p:txBody>
      </p:sp>
      <p:sp>
        <p:nvSpPr>
          <p:cNvPr id="9" name="Text Placeholder 8"/>
          <p:cNvSpPr>
            <a:spLocks noGrp="1"/>
          </p:cNvSpPr>
          <p:nvPr>
            <p:ph type="body" sz="quarter" idx="14"/>
          </p:nvPr>
        </p:nvSpPr>
        <p:spPr>
          <a:xfrm>
            <a:off x="371788" y="1809583"/>
            <a:ext cx="4122000" cy="357187"/>
          </a:xfrm>
          <a:solidFill>
            <a:schemeClr val="accent3"/>
          </a:solidFill>
        </p:spPr>
        <p:txBody>
          <a:bodyPr anchor="ctr" anchorCtr="0"/>
          <a:lstStyle>
            <a:lvl1pPr marL="87313" indent="0">
              <a:buNone/>
              <a:defRPr>
                <a:solidFill>
                  <a:schemeClr val="bg1"/>
                </a:solidFill>
              </a:defRPr>
            </a:lvl1pPr>
          </a:lstStyle>
          <a:p>
            <a:pPr lvl="0"/>
            <a:r>
              <a:rPr lang="en-US"/>
              <a:t>Click to edit Master text styles</a:t>
            </a:r>
          </a:p>
        </p:txBody>
      </p:sp>
      <p:sp>
        <p:nvSpPr>
          <p:cNvPr id="10" name="Content Placeholder 2"/>
          <p:cNvSpPr>
            <a:spLocks noGrp="1"/>
          </p:cNvSpPr>
          <p:nvPr>
            <p:ph idx="15"/>
          </p:nvPr>
        </p:nvSpPr>
        <p:spPr>
          <a:xfrm>
            <a:off x="371787" y="4487651"/>
            <a:ext cx="4122000" cy="1800000"/>
          </a:xfrm>
        </p:spPr>
        <p:txBody>
          <a:bodyPr/>
          <a:lstStyle>
            <a:lvl1pPr marL="0" indent="0">
              <a:spcBef>
                <a:spcPts val="600"/>
              </a:spcBef>
              <a:buNone/>
              <a:defRPr b="0"/>
            </a:lvl1pPr>
            <a:lvl2pPr marL="271463" indent="-271463">
              <a:spcBef>
                <a:spcPts val="600"/>
              </a:spcBef>
              <a:buFont typeface="Arial" pitchFamily="34" charset="0"/>
              <a:buChar char="•"/>
              <a:tabLst/>
              <a:defRPr/>
            </a:lvl2pPr>
            <a:lvl3pPr marL="274638" indent="-274638">
              <a:spcBef>
                <a:spcPts val="600"/>
              </a:spcBef>
              <a:buFont typeface="Arial" pitchFamily="34" charset="0"/>
              <a:buChar char="•"/>
              <a:defRPr i="1"/>
            </a:lvl3pPr>
            <a:lvl4pPr marL="534988" indent="-263525">
              <a:spcBef>
                <a:spcPts val="600"/>
              </a:spcBef>
              <a:buFont typeface="Arial" pitchFamily="34" charset="0"/>
              <a:buChar char="−"/>
              <a:defRPr i="0"/>
            </a:lvl4pPr>
            <a:lvl5pPr marL="806450" indent="-271463">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8"/>
          <p:cNvSpPr>
            <a:spLocks noGrp="1"/>
          </p:cNvSpPr>
          <p:nvPr>
            <p:ph type="body" sz="quarter" idx="16"/>
          </p:nvPr>
        </p:nvSpPr>
        <p:spPr>
          <a:xfrm>
            <a:off x="371788" y="4059035"/>
            <a:ext cx="4122000" cy="357187"/>
          </a:xfrm>
          <a:solidFill>
            <a:schemeClr val="accent3"/>
          </a:solidFill>
        </p:spPr>
        <p:txBody>
          <a:bodyPr anchor="ctr" anchorCtr="0"/>
          <a:lstStyle>
            <a:lvl1pPr marL="87313" indent="0">
              <a:buNone/>
              <a:defRPr>
                <a:solidFill>
                  <a:schemeClr val="bg1"/>
                </a:solidFill>
              </a:defRPr>
            </a:lvl1pPr>
          </a:lstStyle>
          <a:p>
            <a:pPr lvl="0"/>
            <a:r>
              <a:rPr lang="en-US"/>
              <a:t>Click to edit Master text styles</a:t>
            </a:r>
          </a:p>
        </p:txBody>
      </p:sp>
      <p:sp>
        <p:nvSpPr>
          <p:cNvPr id="12" name="Content Placeholder 2"/>
          <p:cNvSpPr>
            <a:spLocks noGrp="1"/>
          </p:cNvSpPr>
          <p:nvPr>
            <p:ph idx="17"/>
          </p:nvPr>
        </p:nvSpPr>
        <p:spPr>
          <a:xfrm>
            <a:off x="4620781" y="2238199"/>
            <a:ext cx="4122000" cy="1800000"/>
          </a:xfrm>
        </p:spPr>
        <p:txBody>
          <a:bodyPr/>
          <a:lstStyle>
            <a:lvl1pPr marL="0" indent="0">
              <a:spcBef>
                <a:spcPts val="600"/>
              </a:spcBef>
              <a:buNone/>
              <a:defRPr b="0"/>
            </a:lvl1pPr>
            <a:lvl2pPr marL="271463" indent="-271463">
              <a:spcBef>
                <a:spcPts val="600"/>
              </a:spcBef>
              <a:buFont typeface="Arial" pitchFamily="34" charset="0"/>
              <a:buChar char="•"/>
              <a:tabLst/>
              <a:defRPr/>
            </a:lvl2pPr>
            <a:lvl3pPr marL="274638" indent="-274638">
              <a:spcBef>
                <a:spcPts val="600"/>
              </a:spcBef>
              <a:buFont typeface="Arial" pitchFamily="34" charset="0"/>
              <a:buChar char="•"/>
              <a:defRPr i="1"/>
            </a:lvl3pPr>
            <a:lvl4pPr marL="534988" indent="-263525">
              <a:spcBef>
                <a:spcPts val="600"/>
              </a:spcBef>
              <a:buFont typeface="Arial" pitchFamily="34" charset="0"/>
              <a:buChar char="−"/>
              <a:defRPr i="0"/>
            </a:lvl4pPr>
            <a:lvl5pPr marL="806450" indent="-271463">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8"/>
          <p:cNvSpPr>
            <a:spLocks noGrp="1"/>
          </p:cNvSpPr>
          <p:nvPr>
            <p:ph type="body" sz="quarter" idx="18"/>
          </p:nvPr>
        </p:nvSpPr>
        <p:spPr>
          <a:xfrm>
            <a:off x="4620781" y="1809583"/>
            <a:ext cx="4122000" cy="357187"/>
          </a:xfrm>
          <a:solidFill>
            <a:schemeClr val="accent3"/>
          </a:solidFill>
        </p:spPr>
        <p:txBody>
          <a:bodyPr anchor="ctr" anchorCtr="0"/>
          <a:lstStyle>
            <a:lvl1pPr marL="87313" indent="0">
              <a:buNone/>
              <a:defRPr>
                <a:solidFill>
                  <a:schemeClr val="bg1"/>
                </a:solidFill>
              </a:defRPr>
            </a:lvl1pPr>
          </a:lstStyle>
          <a:p>
            <a:pPr lvl="0"/>
            <a:r>
              <a:rPr lang="en-US"/>
              <a:t>Click to edit Master text styles</a:t>
            </a:r>
          </a:p>
        </p:txBody>
      </p:sp>
      <p:sp>
        <p:nvSpPr>
          <p:cNvPr id="14" name="Content Placeholder 2"/>
          <p:cNvSpPr>
            <a:spLocks noGrp="1"/>
          </p:cNvSpPr>
          <p:nvPr>
            <p:ph idx="19"/>
          </p:nvPr>
        </p:nvSpPr>
        <p:spPr>
          <a:xfrm>
            <a:off x="4620781" y="4487651"/>
            <a:ext cx="4122000" cy="1800000"/>
          </a:xfrm>
        </p:spPr>
        <p:txBody>
          <a:bodyPr/>
          <a:lstStyle>
            <a:lvl1pPr marL="0" indent="0">
              <a:spcBef>
                <a:spcPts val="600"/>
              </a:spcBef>
              <a:buNone/>
              <a:defRPr b="0"/>
            </a:lvl1pPr>
            <a:lvl2pPr marL="271463" indent="-271463">
              <a:spcBef>
                <a:spcPts val="600"/>
              </a:spcBef>
              <a:buFont typeface="Arial" pitchFamily="34" charset="0"/>
              <a:buChar char="•"/>
              <a:tabLst/>
              <a:defRPr/>
            </a:lvl2pPr>
            <a:lvl3pPr marL="274638" indent="-274638">
              <a:spcBef>
                <a:spcPts val="600"/>
              </a:spcBef>
              <a:buFont typeface="Arial" pitchFamily="34" charset="0"/>
              <a:buChar char="•"/>
              <a:defRPr i="1"/>
            </a:lvl3pPr>
            <a:lvl4pPr marL="534988" indent="-263525">
              <a:spcBef>
                <a:spcPts val="600"/>
              </a:spcBef>
              <a:buFont typeface="Arial" pitchFamily="34" charset="0"/>
              <a:buChar char="−"/>
              <a:defRPr i="0"/>
            </a:lvl4pPr>
            <a:lvl5pPr marL="806450" indent="-271463">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Text Placeholder 8"/>
          <p:cNvSpPr>
            <a:spLocks noGrp="1"/>
          </p:cNvSpPr>
          <p:nvPr>
            <p:ph type="body" sz="quarter" idx="20"/>
          </p:nvPr>
        </p:nvSpPr>
        <p:spPr>
          <a:xfrm>
            <a:off x="4620781" y="4059035"/>
            <a:ext cx="4122000" cy="357187"/>
          </a:xfrm>
          <a:solidFill>
            <a:schemeClr val="accent3"/>
          </a:solidFill>
        </p:spPr>
        <p:txBody>
          <a:bodyPr anchor="ctr" anchorCtr="0"/>
          <a:lstStyle>
            <a:lvl1pPr marL="87313" indent="0">
              <a:buNone/>
              <a:defRPr>
                <a:solidFill>
                  <a:schemeClr val="bg1"/>
                </a:solidFill>
              </a:defRPr>
            </a:lvl1pPr>
          </a:lstStyle>
          <a:p>
            <a:pPr lvl="0"/>
            <a:r>
              <a:rPr lang="en-US"/>
              <a:t>Click to edit Master text styles</a:t>
            </a:r>
          </a:p>
        </p:txBody>
      </p:sp>
      <p:sp>
        <p:nvSpPr>
          <p:cNvPr id="18" name="Footer Placeholder 4"/>
          <p:cNvSpPr>
            <a:spLocks noGrp="1"/>
          </p:cNvSpPr>
          <p:nvPr>
            <p:ph type="ftr" sz="quarter" idx="3"/>
          </p:nvPr>
        </p:nvSpPr>
        <p:spPr>
          <a:xfrm>
            <a:off x="1199327" y="6407835"/>
            <a:ext cx="7559473" cy="252000"/>
          </a:xfrm>
          <a:prstGeom prst="rect">
            <a:avLst/>
          </a:prstGeom>
        </p:spPr>
        <p:txBody>
          <a:bodyPr vert="horz" lIns="36000" tIns="0" rIns="0" bIns="0" rtlCol="0" anchor="ctr" anchorCtr="0"/>
          <a:lstStyle>
            <a:lvl1pPr algn="r">
              <a:defRPr sz="800" b="0">
                <a:solidFill>
                  <a:srgbClr val="8C8C8C"/>
                </a:solidFill>
              </a:defRPr>
            </a:lvl1pPr>
          </a:lstStyle>
          <a:p>
            <a:r>
              <a:rPr lang="en-GB" dirty="0"/>
              <a:t>© 2014 Deloitte MCS Limited. Private and confidential.</a:t>
            </a:r>
          </a:p>
        </p:txBody>
      </p:sp>
      <p:sp>
        <p:nvSpPr>
          <p:cNvPr id="20"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rgbClr val="8C8C8C"/>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for Background Image">
    <p:spTree>
      <p:nvGrpSpPr>
        <p:cNvPr id="1" name=""/>
        <p:cNvGrpSpPr/>
        <p:nvPr/>
      </p:nvGrpSpPr>
      <p:grpSpPr>
        <a:xfrm>
          <a:off x="0" y="0"/>
          <a:ext cx="0" cy="0"/>
          <a:chOff x="0" y="0"/>
          <a:chExt cx="0" cy="0"/>
        </a:xfrm>
      </p:grpSpPr>
      <p:sp>
        <p:nvSpPr>
          <p:cNvPr id="3" name="Content Placeholder 2"/>
          <p:cNvSpPr>
            <a:spLocks noGrp="1"/>
          </p:cNvSpPr>
          <p:nvPr>
            <p:ph idx="1"/>
          </p:nvPr>
        </p:nvSpPr>
        <p:spPr>
          <a:xfrm>
            <a:off x="370113" y="1809101"/>
            <a:ext cx="4059011" cy="4536504"/>
          </a:xfrm>
        </p:spPr>
        <p:txBody>
          <a:bodyPr/>
          <a:lstStyle>
            <a:lvl1pPr marL="0" indent="0">
              <a:buNone/>
              <a:defRPr b="0"/>
            </a:lvl1pPr>
            <a:lvl2pPr marL="266700" indent="-266700">
              <a:buFont typeface="Arial" pitchFamily="34" charset="0"/>
              <a:buChar char="•"/>
              <a:tabLst/>
              <a:defRPr/>
            </a:lvl2pPr>
            <a:lvl3pPr marL="266700" indent="-266700">
              <a:buFont typeface="Arial" pitchFamily="34" charset="0"/>
              <a:buChar cha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itle Placeholder 1"/>
          <p:cNvSpPr>
            <a:spLocks noGrp="1"/>
          </p:cNvSpPr>
          <p:nvPr>
            <p:ph type="title"/>
          </p:nvPr>
        </p:nvSpPr>
        <p:spPr>
          <a:xfrm>
            <a:off x="370113" y="295683"/>
            <a:ext cx="4059011" cy="469492"/>
          </a:xfrm>
          <a:prstGeom prst="rect">
            <a:avLst/>
          </a:prstGeom>
        </p:spPr>
        <p:txBody>
          <a:bodyPr vert="horz" lIns="0" tIns="0" rIns="0" bIns="0" rtlCol="0" anchor="t" anchorCtr="0">
            <a:noAutofit/>
          </a:bodyPr>
          <a:lstStyle/>
          <a:p>
            <a:r>
              <a:rPr lang="en-US"/>
              <a:t>Click to edit Master title style</a:t>
            </a:r>
            <a:endParaRPr lang="en-GB" dirty="0"/>
          </a:p>
        </p:txBody>
      </p:sp>
      <p:sp>
        <p:nvSpPr>
          <p:cNvPr id="17" name="Text Placeholder 8"/>
          <p:cNvSpPr>
            <a:spLocks noGrp="1"/>
          </p:cNvSpPr>
          <p:nvPr>
            <p:ph type="body" sz="quarter" idx="13"/>
          </p:nvPr>
        </p:nvSpPr>
        <p:spPr>
          <a:xfrm>
            <a:off x="370113" y="765175"/>
            <a:ext cx="4059011" cy="969282"/>
          </a:xfrm>
        </p:spPr>
        <p:txBody>
          <a:bodyPr>
            <a:normAutofit/>
          </a:bodyPr>
          <a:lstStyle>
            <a:lvl1pPr marL="0" indent="0">
              <a:buNone/>
              <a:defRPr sz="3000" b="0">
                <a:solidFill>
                  <a:schemeClr val="accent5"/>
                </a:solidFill>
              </a:defRPr>
            </a:lvl1pPr>
          </a:lstStyle>
          <a:p>
            <a:pPr lvl="0"/>
            <a:r>
              <a:rPr lang="en-US"/>
              <a:t>Click to edit Master text styles</a:t>
            </a:r>
          </a:p>
        </p:txBody>
      </p:sp>
      <p:sp>
        <p:nvSpPr>
          <p:cNvPr id="8" name="Footer Placeholder 4"/>
          <p:cNvSpPr>
            <a:spLocks noGrp="1"/>
          </p:cNvSpPr>
          <p:nvPr>
            <p:ph type="ftr" sz="quarter" idx="3"/>
          </p:nvPr>
        </p:nvSpPr>
        <p:spPr>
          <a:xfrm>
            <a:off x="1199327" y="6407835"/>
            <a:ext cx="7559473" cy="252000"/>
          </a:xfrm>
          <a:prstGeom prst="rect">
            <a:avLst/>
          </a:prstGeom>
        </p:spPr>
        <p:txBody>
          <a:bodyPr vert="horz" lIns="36000" tIns="0" rIns="0" bIns="0" rtlCol="0" anchor="ctr" anchorCtr="0"/>
          <a:lstStyle>
            <a:lvl1pPr algn="r">
              <a:defRPr sz="800" b="0">
                <a:solidFill>
                  <a:srgbClr val="8C8C8C"/>
                </a:solidFill>
              </a:defRPr>
            </a:lvl1pPr>
          </a:lstStyle>
          <a:p>
            <a:r>
              <a:rPr lang="en-GB" dirty="0"/>
              <a:t>© 2014 Deloitte MCS Limited. Private and confidential.</a:t>
            </a:r>
          </a:p>
        </p:txBody>
      </p:sp>
      <p:sp>
        <p:nvSpPr>
          <p:cNvPr id="9"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rgbClr val="8C8C8C"/>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ox and Background Image">
    <p:spTree>
      <p:nvGrpSpPr>
        <p:cNvPr id="1" name=""/>
        <p:cNvGrpSpPr/>
        <p:nvPr/>
      </p:nvGrpSpPr>
      <p:grpSpPr>
        <a:xfrm>
          <a:off x="0" y="0"/>
          <a:ext cx="0" cy="0"/>
          <a:chOff x="0" y="0"/>
          <a:chExt cx="0" cy="0"/>
        </a:xfrm>
      </p:grpSpPr>
      <p:sp>
        <p:nvSpPr>
          <p:cNvPr id="3" name="Content Placeholder 2"/>
          <p:cNvSpPr>
            <a:spLocks noGrp="1"/>
          </p:cNvSpPr>
          <p:nvPr>
            <p:ph idx="1"/>
          </p:nvPr>
        </p:nvSpPr>
        <p:spPr>
          <a:xfrm>
            <a:off x="566710" y="1812925"/>
            <a:ext cx="4619657" cy="4187843"/>
          </a:xfrm>
        </p:spPr>
        <p:txBody>
          <a:bodyPr/>
          <a:lstStyle>
            <a:lvl1pPr marL="0" indent="0">
              <a:buNone/>
              <a:defRPr b="0"/>
            </a:lvl1pPr>
            <a:lvl2pPr marL="266700" indent="-266700">
              <a:buFont typeface="Arial" pitchFamily="34" charset="0"/>
              <a:buChar char="•"/>
              <a:tabLst/>
              <a:defRPr/>
            </a:lvl2pPr>
            <a:lvl3pPr marL="266700" indent="-266700">
              <a:buFont typeface="Arial" pitchFamily="34" charset="0"/>
              <a:buChar cha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8"/>
          <p:cNvSpPr>
            <a:spLocks noGrp="1"/>
          </p:cNvSpPr>
          <p:nvPr>
            <p:ph type="body" sz="quarter" idx="13"/>
          </p:nvPr>
        </p:nvSpPr>
        <p:spPr>
          <a:xfrm>
            <a:off x="566710" y="722451"/>
            <a:ext cx="4619916" cy="1090474"/>
          </a:xfrm>
        </p:spPr>
        <p:txBody>
          <a:bodyPr anchor="ctr" anchorCtr="0">
            <a:normAutofit/>
          </a:bodyPr>
          <a:lstStyle>
            <a:lvl1pPr marL="0" indent="0">
              <a:buNone/>
              <a:defRPr sz="3000" b="0">
                <a:solidFill>
                  <a:schemeClr val="accent3"/>
                </a:solidFill>
              </a:defRPr>
            </a:lvl1pPr>
          </a:lstStyle>
          <a:p>
            <a:pPr lvl="0"/>
            <a:r>
              <a:rPr lang="en-US"/>
              <a:t>Click to edit Master text styles</a:t>
            </a:r>
          </a:p>
        </p:txBody>
      </p:sp>
      <p:sp>
        <p:nvSpPr>
          <p:cNvPr id="6" name="Footer Placeholder 4"/>
          <p:cNvSpPr>
            <a:spLocks noGrp="1"/>
          </p:cNvSpPr>
          <p:nvPr>
            <p:ph type="ftr" sz="quarter" idx="3"/>
          </p:nvPr>
        </p:nvSpPr>
        <p:spPr>
          <a:xfrm>
            <a:off x="1199327" y="6407835"/>
            <a:ext cx="7559473" cy="252000"/>
          </a:xfrm>
          <a:prstGeom prst="rect">
            <a:avLst/>
          </a:prstGeom>
        </p:spPr>
        <p:txBody>
          <a:bodyPr vert="horz" lIns="36000" tIns="0" rIns="0" bIns="0" rtlCol="0" anchor="ctr" anchorCtr="0"/>
          <a:lstStyle>
            <a:lvl1pPr algn="r">
              <a:defRPr sz="800" b="0">
                <a:solidFill>
                  <a:srgbClr val="8C8C8C"/>
                </a:solidFill>
              </a:defRPr>
            </a:lvl1pPr>
          </a:lstStyle>
          <a:p>
            <a:r>
              <a:rPr lang="en-GB" dirty="0"/>
              <a:t>© 2014 Deloitte MCS Limited. Private and confidential.</a:t>
            </a:r>
          </a:p>
        </p:txBody>
      </p:sp>
      <p:sp>
        <p:nvSpPr>
          <p:cNvPr id="8"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rgbClr val="8C8C8C"/>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ey Statement Slide 1">
    <p:bg>
      <p:bgPr>
        <a:solidFill>
          <a:schemeClr val="accent3"/>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70113" y="295200"/>
            <a:ext cx="6845093" cy="5988439"/>
          </a:xfrm>
        </p:spPr>
        <p:txBody>
          <a:bodyPr>
            <a:noAutofit/>
          </a:bodyPr>
          <a:lstStyle>
            <a:lvl1pPr marL="0" indent="0">
              <a:buNone/>
              <a:defRPr sz="3000" b="0">
                <a:solidFill>
                  <a:schemeClr val="bg1"/>
                </a:solidFill>
              </a:defRPr>
            </a:lvl1pPr>
            <a:lvl2pPr marL="0" indent="0">
              <a:buNone/>
              <a:tabLst/>
              <a:defRPr sz="3000" b="0">
                <a:solidFill>
                  <a:schemeClr val="bg1"/>
                </a:solidFill>
              </a:defRPr>
            </a:lvl2pPr>
            <a:lvl3pPr marL="274638" indent="-274638">
              <a:buFont typeface="Arial" pitchFamily="34" charset="0"/>
              <a:buChar char="•"/>
              <a:defRPr sz="3000" b="0">
                <a:solidFill>
                  <a:schemeClr val="bg1"/>
                </a:solidFill>
              </a:defRPr>
            </a:lvl3pPr>
            <a:lvl4pPr>
              <a:defRPr sz="3000" b="0">
                <a:solidFill>
                  <a:schemeClr val="bg1"/>
                </a:solidFill>
              </a:defRPr>
            </a:lvl4pPr>
            <a:lvl5pPr>
              <a:defRPr sz="3000" b="0">
                <a:solidFill>
                  <a:schemeClr val="bg1"/>
                </a:solidFill>
              </a:defRPr>
            </a:lvl5pPr>
          </a:lstStyle>
          <a:p>
            <a:pPr lvl="0"/>
            <a:r>
              <a:rPr lang="en-US"/>
              <a:t>Click to edit Master text styles</a:t>
            </a:r>
          </a:p>
        </p:txBody>
      </p:sp>
      <p:sp>
        <p:nvSpPr>
          <p:cNvPr id="6"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chemeClr val="bg1"/>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ey Statement Slide 2">
    <p:bg>
      <p:bgPr>
        <a:solidFill>
          <a:schemeClr val="accent2"/>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70113" y="295200"/>
            <a:ext cx="6845093" cy="5988439"/>
          </a:xfrm>
        </p:spPr>
        <p:txBody>
          <a:bodyPr>
            <a:noAutofit/>
          </a:bodyPr>
          <a:lstStyle>
            <a:lvl1pPr marL="0" indent="0">
              <a:buNone/>
              <a:defRPr sz="3000" b="0">
                <a:solidFill>
                  <a:schemeClr val="bg1"/>
                </a:solidFill>
              </a:defRPr>
            </a:lvl1pPr>
            <a:lvl2pPr marL="0" indent="0">
              <a:buNone/>
              <a:tabLst/>
              <a:defRPr sz="3000" b="0">
                <a:solidFill>
                  <a:schemeClr val="bg1"/>
                </a:solidFill>
              </a:defRPr>
            </a:lvl2pPr>
            <a:lvl3pPr marL="274638" indent="-274638">
              <a:buFont typeface="Arial" pitchFamily="34" charset="0"/>
              <a:buChar char="•"/>
              <a:defRPr sz="3000" b="0">
                <a:solidFill>
                  <a:schemeClr val="bg1"/>
                </a:solidFill>
              </a:defRPr>
            </a:lvl3pPr>
            <a:lvl4pPr>
              <a:defRPr sz="3000" b="0">
                <a:solidFill>
                  <a:schemeClr val="bg1"/>
                </a:solidFill>
              </a:defRPr>
            </a:lvl4pPr>
            <a:lvl5pPr>
              <a:defRPr sz="3000" b="0">
                <a:solidFill>
                  <a:schemeClr val="bg1"/>
                </a:solidFill>
              </a:defRPr>
            </a:lvl5pPr>
          </a:lstStyle>
          <a:p>
            <a:pPr lvl="0"/>
            <a:r>
              <a:rPr lang="en-US"/>
              <a:t>Click to edit Master text styles</a:t>
            </a:r>
          </a:p>
        </p:txBody>
      </p:sp>
      <p:sp>
        <p:nvSpPr>
          <p:cNvPr id="6"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chemeClr val="bg1"/>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Key Statement Slide 3">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70113" y="295200"/>
            <a:ext cx="6845093" cy="5988439"/>
          </a:xfrm>
        </p:spPr>
        <p:txBody>
          <a:bodyPr>
            <a:noAutofit/>
          </a:bodyPr>
          <a:lstStyle>
            <a:lvl1pPr marL="0" indent="0">
              <a:buNone/>
              <a:defRPr sz="3000" b="0">
                <a:solidFill>
                  <a:schemeClr val="bg1"/>
                </a:solidFill>
              </a:defRPr>
            </a:lvl1pPr>
            <a:lvl2pPr marL="0" indent="0">
              <a:buNone/>
              <a:tabLst/>
              <a:defRPr sz="3000" b="0">
                <a:solidFill>
                  <a:schemeClr val="bg1"/>
                </a:solidFill>
              </a:defRPr>
            </a:lvl2pPr>
            <a:lvl3pPr marL="274638" indent="-274638">
              <a:buFont typeface="Arial" pitchFamily="34" charset="0"/>
              <a:buChar char="•"/>
              <a:defRPr sz="3000" b="0">
                <a:solidFill>
                  <a:schemeClr val="bg1"/>
                </a:solidFill>
              </a:defRPr>
            </a:lvl3pPr>
            <a:lvl4pPr>
              <a:defRPr sz="3000" b="0">
                <a:solidFill>
                  <a:schemeClr val="bg1"/>
                </a:solidFill>
              </a:defRPr>
            </a:lvl4pPr>
            <a:lvl5pPr>
              <a:defRPr sz="3000" b="0">
                <a:solidFill>
                  <a:schemeClr val="bg1"/>
                </a:solidFill>
              </a:defRPr>
            </a:lvl5pPr>
          </a:lstStyle>
          <a:p>
            <a:pPr lvl="0"/>
            <a:r>
              <a:rPr lang="en-US"/>
              <a:t>Click to edit Master text styles</a:t>
            </a:r>
          </a:p>
        </p:txBody>
      </p:sp>
      <p:sp>
        <p:nvSpPr>
          <p:cNvPr id="5"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chemeClr val="bg1"/>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s 1">
    <p:bg>
      <p:bgPr>
        <a:solidFill>
          <a:schemeClr val="accent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70113" y="1812925"/>
            <a:ext cx="8388000" cy="4345990"/>
          </a:xfrm>
        </p:spPr>
        <p:txBody>
          <a:bodyPr>
            <a:noAutofit/>
          </a:bodyPr>
          <a:lstStyle>
            <a:lvl1pPr marL="0" indent="0">
              <a:spcBef>
                <a:spcPts val="1800"/>
              </a:spcBef>
              <a:spcAft>
                <a:spcPts val="0"/>
              </a:spcAft>
              <a:buNone/>
              <a:defRPr sz="1800" b="0">
                <a:solidFill>
                  <a:schemeClr val="bg1"/>
                </a:solidFill>
              </a:defRPr>
            </a:lvl1pPr>
            <a:lvl2pPr marL="268288" indent="-268288">
              <a:spcBef>
                <a:spcPts val="600"/>
              </a:spcBef>
              <a:spcAft>
                <a:spcPts val="0"/>
              </a:spcAft>
              <a:buFont typeface="Arial" pitchFamily="34" charset="0"/>
              <a:buChar char="•"/>
              <a:tabLst/>
              <a:defRPr sz="1800" b="0">
                <a:solidFill>
                  <a:schemeClr val="bg1"/>
                </a:solidFill>
              </a:defRPr>
            </a:lvl2pPr>
            <a:lvl3pPr marL="274638" indent="-274638">
              <a:spcBef>
                <a:spcPts val="600"/>
              </a:spcBef>
              <a:spcAft>
                <a:spcPts val="0"/>
              </a:spcAft>
              <a:buFont typeface="Arial" pitchFamily="34" charset="0"/>
              <a:buChar char="•"/>
              <a:defRPr sz="1800" b="0">
                <a:solidFill>
                  <a:schemeClr val="bg1"/>
                </a:solidFill>
              </a:defRPr>
            </a:lvl3pPr>
            <a:lvl4pPr>
              <a:spcBef>
                <a:spcPts val="600"/>
              </a:spcBef>
              <a:spcAft>
                <a:spcPts val="0"/>
              </a:spcAft>
              <a:buFont typeface="Arial" pitchFamily="34" charset="0"/>
              <a:buChar char="−"/>
              <a:defRPr sz="1800" b="0">
                <a:solidFill>
                  <a:schemeClr val="bg1"/>
                </a:solidFill>
              </a:defRPr>
            </a:lvl4pPr>
            <a:lvl5pPr marL="806450" indent="-266700">
              <a:spcBef>
                <a:spcPts val="600"/>
              </a:spcBef>
              <a:spcAft>
                <a:spcPts val="0"/>
              </a:spcAft>
              <a:buFont typeface="Arial" pitchFamily="34" charset="0"/>
              <a:buChar char="−"/>
              <a:defRPr sz="1800" b="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itle Placeholder 1"/>
          <p:cNvSpPr>
            <a:spLocks noGrp="1"/>
          </p:cNvSpPr>
          <p:nvPr>
            <p:ph type="title"/>
          </p:nvPr>
        </p:nvSpPr>
        <p:spPr>
          <a:xfrm>
            <a:off x="370113" y="295200"/>
            <a:ext cx="8388000" cy="1441410"/>
          </a:xfrm>
          <a:prstGeom prst="rect">
            <a:avLst/>
          </a:prstGeom>
        </p:spPr>
        <p:txBody>
          <a:bodyPr vert="horz" lIns="0" tIns="0" rIns="0" bIns="0" rtlCol="0" anchor="t" anchorCtr="0">
            <a:normAutofit/>
          </a:bodyPr>
          <a:lstStyle>
            <a:lvl1pPr>
              <a:defRPr sz="3000">
                <a:solidFill>
                  <a:schemeClr val="accent3"/>
                </a:solidFill>
              </a:defRPr>
            </a:lvl1pPr>
          </a:lstStyle>
          <a:p>
            <a:r>
              <a:rPr lang="en-US"/>
              <a:t>Click to edit Master title style</a:t>
            </a:r>
            <a:endParaRPr lang="en-GB" dirty="0"/>
          </a:p>
        </p:txBody>
      </p:sp>
      <p:sp>
        <p:nvSpPr>
          <p:cNvPr id="7"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chemeClr val="bg1"/>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s 2">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735808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p:cNvSpPr>
            <a:spLocks noGrp="1"/>
          </p:cNvSpPr>
          <p:nvPr>
            <p:ph idx="1"/>
          </p:nvPr>
        </p:nvSpPr>
        <p:spPr>
          <a:xfrm>
            <a:off x="370113" y="1812925"/>
            <a:ext cx="8388000" cy="4345990"/>
          </a:xfrm>
        </p:spPr>
        <p:txBody>
          <a:bodyPr>
            <a:noAutofit/>
          </a:bodyPr>
          <a:lstStyle>
            <a:lvl1pPr marL="0" indent="0">
              <a:spcBef>
                <a:spcPts val="1800"/>
              </a:spcBef>
              <a:spcAft>
                <a:spcPts val="0"/>
              </a:spcAft>
              <a:buNone/>
              <a:defRPr sz="1800" b="0">
                <a:solidFill>
                  <a:schemeClr val="tx2"/>
                </a:solidFill>
              </a:defRPr>
            </a:lvl1pPr>
            <a:lvl2pPr marL="268288" indent="-268288">
              <a:spcBef>
                <a:spcPts val="600"/>
              </a:spcBef>
              <a:spcAft>
                <a:spcPts val="0"/>
              </a:spcAft>
              <a:buFont typeface="Arial" pitchFamily="34" charset="0"/>
              <a:buChar char="•"/>
              <a:tabLst/>
              <a:defRPr sz="1800" b="0">
                <a:solidFill>
                  <a:schemeClr val="tx2"/>
                </a:solidFill>
              </a:defRPr>
            </a:lvl2pPr>
            <a:lvl3pPr marL="274638" indent="-274638">
              <a:spcBef>
                <a:spcPts val="600"/>
              </a:spcBef>
              <a:spcAft>
                <a:spcPts val="0"/>
              </a:spcAft>
              <a:buFont typeface="Arial" pitchFamily="34" charset="0"/>
              <a:buChar char="•"/>
              <a:defRPr sz="1800" b="0">
                <a:solidFill>
                  <a:schemeClr val="tx2"/>
                </a:solidFill>
              </a:defRPr>
            </a:lvl3pPr>
            <a:lvl4pPr>
              <a:spcBef>
                <a:spcPts val="600"/>
              </a:spcBef>
              <a:spcAft>
                <a:spcPts val="0"/>
              </a:spcAft>
              <a:buFont typeface="Arial" pitchFamily="34" charset="0"/>
              <a:buChar char="−"/>
              <a:defRPr sz="1800" b="0">
                <a:solidFill>
                  <a:schemeClr val="tx2"/>
                </a:solidFill>
              </a:defRPr>
            </a:lvl4pPr>
            <a:lvl5pPr marL="806450" indent="-266700">
              <a:spcBef>
                <a:spcPts val="600"/>
              </a:spcBef>
              <a:spcAft>
                <a:spcPts val="0"/>
              </a:spcAft>
              <a:buFont typeface="Arial" pitchFamily="34" charset="0"/>
              <a:buChar char="−"/>
              <a:defRPr sz="1800" b="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itle Placeholder 1"/>
          <p:cNvSpPr>
            <a:spLocks noGrp="1"/>
          </p:cNvSpPr>
          <p:nvPr>
            <p:ph type="title"/>
          </p:nvPr>
        </p:nvSpPr>
        <p:spPr>
          <a:xfrm>
            <a:off x="370113" y="295200"/>
            <a:ext cx="8388000" cy="1441410"/>
          </a:xfrm>
          <a:prstGeom prst="rect">
            <a:avLst/>
          </a:prstGeom>
        </p:spPr>
        <p:txBody>
          <a:bodyPr vert="horz" lIns="0" tIns="0" rIns="0" bIns="0" rtlCol="0" anchor="t" anchorCtr="0">
            <a:normAutofit/>
          </a:bodyPr>
          <a:lstStyle>
            <a:lvl1pPr>
              <a:defRPr sz="3000">
                <a:solidFill>
                  <a:schemeClr val="accent2"/>
                </a:solidFill>
              </a:defRPr>
            </a:lvl1pPr>
          </a:lstStyle>
          <a:p>
            <a:r>
              <a:rPr lang="en-US"/>
              <a:t>Click to edit Master title style</a:t>
            </a:r>
            <a:endParaRPr lang="en-GB" dirty="0"/>
          </a:p>
        </p:txBody>
      </p:sp>
      <p:sp>
        <p:nvSpPr>
          <p:cNvPr id="8"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chemeClr val="bg1"/>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1">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7211" y="1812925"/>
            <a:ext cx="8415313" cy="973133"/>
          </a:xfrm>
        </p:spPr>
        <p:txBody>
          <a:bodyPr anchor="t">
            <a:noAutofit/>
          </a:bodyPr>
          <a:lstStyle>
            <a:lvl1pPr algn="l">
              <a:defRPr sz="4600" b="0" cap="none" baseline="0">
                <a:solidFill>
                  <a:schemeClr val="accent1"/>
                </a:solidFill>
              </a:defRPr>
            </a:lvl1pPr>
          </a:lstStyle>
          <a:p>
            <a:r>
              <a:rPr lang="en-US" dirty="0"/>
              <a:t>Click to edit Master title style</a:t>
            </a:r>
            <a:endParaRPr lang="en-GB" dirty="0"/>
          </a:p>
        </p:txBody>
      </p:sp>
      <p:sp>
        <p:nvSpPr>
          <p:cNvPr id="6" name="Text Placeholder 5"/>
          <p:cNvSpPr>
            <a:spLocks noGrp="1"/>
          </p:cNvSpPr>
          <p:nvPr>
            <p:ph type="body" sz="quarter" idx="10"/>
          </p:nvPr>
        </p:nvSpPr>
        <p:spPr>
          <a:xfrm>
            <a:off x="357188" y="2787770"/>
            <a:ext cx="8429654" cy="3200080"/>
          </a:xfrm>
        </p:spPr>
        <p:txBody>
          <a:bodyPr>
            <a:noAutofit/>
          </a:bodyPr>
          <a:lstStyle>
            <a:lvl1pPr marL="0" indent="0">
              <a:buNone/>
              <a:defRPr sz="6000">
                <a:solidFill>
                  <a:schemeClr val="bg1"/>
                </a:solidFill>
              </a:defRPr>
            </a:lvl1pPr>
          </a:lstStyle>
          <a:p>
            <a:pPr lvl="0"/>
            <a:r>
              <a:rPr lang="en-US"/>
              <a:t>Click to edit Master text styles</a:t>
            </a:r>
          </a:p>
        </p:txBody>
      </p:sp>
      <p:sp>
        <p:nvSpPr>
          <p:cNvPr id="8"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chemeClr val="bg1"/>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2">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7211" y="1812925"/>
            <a:ext cx="8415313" cy="973133"/>
          </a:xfrm>
        </p:spPr>
        <p:txBody>
          <a:bodyPr anchor="t">
            <a:noAutofit/>
          </a:bodyPr>
          <a:lstStyle>
            <a:lvl1pPr algn="l">
              <a:defRPr sz="6000" b="0" cap="none" baseline="0">
                <a:solidFill>
                  <a:schemeClr val="accent3"/>
                </a:solidFill>
              </a:defRPr>
            </a:lvl1pPr>
          </a:lstStyle>
          <a:p>
            <a:r>
              <a:rPr lang="en-US"/>
              <a:t>Click to edit Master title style</a:t>
            </a:r>
            <a:endParaRPr lang="en-GB" dirty="0"/>
          </a:p>
        </p:txBody>
      </p:sp>
      <p:sp>
        <p:nvSpPr>
          <p:cNvPr id="6" name="Text Placeholder 5"/>
          <p:cNvSpPr>
            <a:spLocks noGrp="1"/>
          </p:cNvSpPr>
          <p:nvPr>
            <p:ph type="body" sz="quarter" idx="10"/>
          </p:nvPr>
        </p:nvSpPr>
        <p:spPr>
          <a:xfrm>
            <a:off x="357188" y="2787770"/>
            <a:ext cx="8429654" cy="3200080"/>
          </a:xfrm>
        </p:spPr>
        <p:txBody>
          <a:bodyPr>
            <a:noAutofit/>
          </a:bodyPr>
          <a:lstStyle>
            <a:lvl1pPr marL="0" indent="0">
              <a:buNone/>
              <a:defRPr sz="6000">
                <a:solidFill>
                  <a:schemeClr val="bg1"/>
                </a:solidFill>
              </a:defRPr>
            </a:lvl1pPr>
          </a:lstStyle>
          <a:p>
            <a:pPr lvl="0"/>
            <a:r>
              <a:rPr lang="en-US"/>
              <a:t>Click to edit Master text styles</a:t>
            </a:r>
          </a:p>
        </p:txBody>
      </p:sp>
      <p:sp>
        <p:nvSpPr>
          <p:cNvPr id="8"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chemeClr val="bg1"/>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3">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7211" y="1812925"/>
            <a:ext cx="8415313" cy="973133"/>
          </a:xfrm>
        </p:spPr>
        <p:txBody>
          <a:bodyPr anchor="t">
            <a:noAutofit/>
          </a:bodyPr>
          <a:lstStyle>
            <a:lvl1pPr algn="l">
              <a:defRPr sz="6000" b="0" cap="none" baseline="0">
                <a:solidFill>
                  <a:schemeClr val="accent1"/>
                </a:solidFill>
              </a:defRPr>
            </a:lvl1pPr>
          </a:lstStyle>
          <a:p>
            <a:r>
              <a:rPr lang="en-US"/>
              <a:t>Click to edit Master title style</a:t>
            </a:r>
            <a:endParaRPr lang="en-GB" dirty="0"/>
          </a:p>
        </p:txBody>
      </p:sp>
      <p:sp>
        <p:nvSpPr>
          <p:cNvPr id="6" name="Text Placeholder 5"/>
          <p:cNvSpPr>
            <a:spLocks noGrp="1"/>
          </p:cNvSpPr>
          <p:nvPr>
            <p:ph type="body" sz="quarter" idx="10"/>
          </p:nvPr>
        </p:nvSpPr>
        <p:spPr>
          <a:xfrm>
            <a:off x="357188" y="2787770"/>
            <a:ext cx="8429654" cy="3200080"/>
          </a:xfrm>
        </p:spPr>
        <p:txBody>
          <a:bodyPr>
            <a:noAutofit/>
          </a:bodyPr>
          <a:lstStyle>
            <a:lvl1pPr marL="0" indent="0">
              <a:buNone/>
              <a:defRPr sz="6000">
                <a:solidFill>
                  <a:schemeClr val="bg1"/>
                </a:solidFill>
              </a:defRPr>
            </a:lvl1pPr>
          </a:lstStyle>
          <a:p>
            <a:pPr lvl="0"/>
            <a:r>
              <a:rPr lang="en-US"/>
              <a:t>Click to edit Master text styles</a:t>
            </a:r>
          </a:p>
        </p:txBody>
      </p:sp>
      <p:sp>
        <p:nvSpPr>
          <p:cNvPr id="8"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chemeClr val="bg1"/>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with Image 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6736" y="1812925"/>
            <a:ext cx="8348667" cy="758819"/>
          </a:xfrm>
        </p:spPr>
        <p:txBody>
          <a:bodyPr anchor="t">
            <a:noAutofit/>
          </a:bodyPr>
          <a:lstStyle>
            <a:lvl1pPr algn="l">
              <a:defRPr sz="4800" b="0" cap="none" baseline="0">
                <a:solidFill>
                  <a:schemeClr val="accent2"/>
                </a:solidFill>
              </a:defRPr>
            </a:lvl1pPr>
          </a:lstStyle>
          <a:p>
            <a:r>
              <a:rPr lang="en-US"/>
              <a:t>Click to edit Master title style</a:t>
            </a:r>
            <a:endParaRPr lang="en-GB" dirty="0"/>
          </a:p>
        </p:txBody>
      </p:sp>
      <p:sp>
        <p:nvSpPr>
          <p:cNvPr id="6" name="Text Placeholder 5"/>
          <p:cNvSpPr>
            <a:spLocks noGrp="1"/>
          </p:cNvSpPr>
          <p:nvPr>
            <p:ph type="body" sz="quarter" idx="10"/>
          </p:nvPr>
        </p:nvSpPr>
        <p:spPr>
          <a:xfrm>
            <a:off x="366737" y="2571744"/>
            <a:ext cx="8348667" cy="3200080"/>
          </a:xfrm>
        </p:spPr>
        <p:txBody>
          <a:bodyPr>
            <a:noAutofit/>
          </a:bodyPr>
          <a:lstStyle>
            <a:lvl1pPr marL="0" indent="0">
              <a:buNone/>
              <a:defRPr sz="4800">
                <a:solidFill>
                  <a:srgbClr val="575757"/>
                </a:solidFill>
              </a:defRPr>
            </a:lvl1pPr>
          </a:lstStyle>
          <a:p>
            <a:pPr lvl="0"/>
            <a:r>
              <a:rPr lang="en-US"/>
              <a:t>Click to edit Master text styles</a:t>
            </a:r>
          </a:p>
        </p:txBody>
      </p:sp>
      <p:sp>
        <p:nvSpPr>
          <p:cNvPr id="7" name="Slide Number Placeholder 7"/>
          <p:cNvSpPr txBox="1">
            <a:spLocks/>
          </p:cNvSpPr>
          <p:nvPr userDrawn="1"/>
        </p:nvSpPr>
        <p:spPr>
          <a:xfrm>
            <a:off x="370800" y="6407835"/>
            <a:ext cx="792088" cy="252000"/>
          </a:xfrm>
          <a:prstGeom prst="rect">
            <a:avLst/>
          </a:prstGeom>
        </p:spPr>
        <p:txBody>
          <a:bodyPr vert="horz" lIns="0" tIns="0" rIns="0" bIns="0" rtlCol="0" anchor="ctr" anchorCtr="0"/>
          <a:lstStyle>
            <a:defPPr>
              <a:defRPr lang="en-US"/>
            </a:defPPr>
            <a:lvl1pPr marL="0" algn="l" defTabSz="914400" rtl="0" eaLnBrk="1" latinLnBrk="0" hangingPunct="1">
              <a:defRPr sz="800" b="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CC1D26-A9BD-4BDE-BDD9-08EDBAE96860}" type="slidenum">
              <a:rPr lang="en-GB" smtClean="0">
                <a:solidFill>
                  <a:srgbClr val="8C8C8C"/>
                </a:solidFill>
              </a:rPr>
              <a:pPr/>
              <a:t>‹#›</a:t>
            </a:fld>
            <a:endParaRPr lang="en-GB" dirty="0">
              <a:solidFill>
                <a:srgbClr val="8C8C8C"/>
              </a:solidFill>
            </a:endParaRPr>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with Imag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6737" y="1812925"/>
            <a:ext cx="2776504" cy="544505"/>
          </a:xfrm>
        </p:spPr>
        <p:txBody>
          <a:bodyPr anchor="t">
            <a:noAutofit/>
          </a:bodyPr>
          <a:lstStyle>
            <a:lvl1pPr algn="l">
              <a:defRPr sz="3600" b="0" cap="none" baseline="0">
                <a:solidFill>
                  <a:schemeClr val="accent2"/>
                </a:solidFill>
              </a:defRPr>
            </a:lvl1pPr>
          </a:lstStyle>
          <a:p>
            <a:r>
              <a:rPr lang="en-US"/>
              <a:t>Click to edit Master title style</a:t>
            </a:r>
            <a:endParaRPr lang="en-GB" dirty="0"/>
          </a:p>
        </p:txBody>
      </p:sp>
      <p:sp>
        <p:nvSpPr>
          <p:cNvPr id="6" name="Text Placeholder 5"/>
          <p:cNvSpPr>
            <a:spLocks noGrp="1"/>
          </p:cNvSpPr>
          <p:nvPr>
            <p:ph type="body" sz="quarter" idx="10"/>
          </p:nvPr>
        </p:nvSpPr>
        <p:spPr>
          <a:xfrm>
            <a:off x="366737" y="2374056"/>
            <a:ext cx="2776503" cy="3555274"/>
          </a:xfrm>
        </p:spPr>
        <p:txBody>
          <a:bodyPr>
            <a:noAutofit/>
          </a:bodyPr>
          <a:lstStyle>
            <a:lvl1pPr marL="0" indent="0">
              <a:buNone/>
              <a:defRPr sz="3600">
                <a:solidFill>
                  <a:srgbClr val="575757"/>
                </a:solidFill>
              </a:defRPr>
            </a:lvl1pPr>
          </a:lstStyle>
          <a:p>
            <a:pPr lvl="0"/>
            <a:r>
              <a:rPr lang="en-US"/>
              <a:t>Click to edit Master text styles</a:t>
            </a:r>
          </a:p>
        </p:txBody>
      </p:sp>
      <p:sp>
        <p:nvSpPr>
          <p:cNvPr id="7" name="Footer Placeholder 4"/>
          <p:cNvSpPr>
            <a:spLocks noGrp="1"/>
          </p:cNvSpPr>
          <p:nvPr>
            <p:ph type="ftr" sz="quarter" idx="3"/>
          </p:nvPr>
        </p:nvSpPr>
        <p:spPr>
          <a:xfrm>
            <a:off x="1199327" y="6407835"/>
            <a:ext cx="7559473" cy="252000"/>
          </a:xfrm>
          <a:prstGeom prst="rect">
            <a:avLst/>
          </a:prstGeom>
        </p:spPr>
        <p:txBody>
          <a:bodyPr vert="horz" lIns="36000" tIns="0" rIns="0" bIns="0" rtlCol="0" anchor="ctr" anchorCtr="0"/>
          <a:lstStyle>
            <a:lvl1pPr algn="r">
              <a:defRPr sz="800" b="0">
                <a:solidFill>
                  <a:srgbClr val="8C8C8C"/>
                </a:solidFill>
              </a:defRPr>
            </a:lvl1pPr>
          </a:lstStyle>
          <a:p>
            <a:r>
              <a:rPr lang="en-GB" dirty="0"/>
              <a:t>© 2014 Deloitte MCS Limited. Private and confidential.</a:t>
            </a:r>
          </a:p>
        </p:txBody>
      </p:sp>
      <p:sp>
        <p:nvSpPr>
          <p:cNvPr id="8"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rgbClr val="8C8C8C"/>
                </a:solidFill>
              </a:defRPr>
            </a:lvl1pPr>
          </a:lstStyle>
          <a:p>
            <a:fld id="{95CC1D26-A9BD-4BDE-BDD9-08EDBAE96860}" type="slidenum">
              <a:rPr lang="en-GB" smtClean="0"/>
              <a:pPr/>
              <a:t>‹#›</a:t>
            </a:fld>
            <a:endParaRPr lang="en-GB" dirty="0"/>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pic>
        <p:nvPicPr>
          <p:cNvPr id="5" name="Picture 4" descr="DEL_PRI_RGB.gi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29632" y="3917937"/>
            <a:ext cx="1720800" cy="322531"/>
          </a:xfrm>
          <a:prstGeom prst="rect">
            <a:avLst/>
          </a:prstGeom>
        </p:spPr>
      </p:pic>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70113" y="295683"/>
            <a:ext cx="8388000" cy="1516183"/>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p:cNvSpPr>
            <a:spLocks noGrp="1"/>
          </p:cNvSpPr>
          <p:nvPr>
            <p:ph type="body" idx="1"/>
          </p:nvPr>
        </p:nvSpPr>
        <p:spPr>
          <a:xfrm>
            <a:off x="370800" y="1809101"/>
            <a:ext cx="8388000" cy="453650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p:cNvSpPr>
            <a:spLocks noGrp="1"/>
          </p:cNvSpPr>
          <p:nvPr>
            <p:ph type="ftr" sz="quarter" idx="3"/>
          </p:nvPr>
        </p:nvSpPr>
        <p:spPr>
          <a:xfrm>
            <a:off x="1199327" y="6407835"/>
            <a:ext cx="7559473" cy="252000"/>
          </a:xfrm>
          <a:prstGeom prst="rect">
            <a:avLst/>
          </a:prstGeom>
        </p:spPr>
        <p:txBody>
          <a:bodyPr vert="horz" lIns="36000" tIns="0" rIns="0" bIns="0" rtlCol="0" anchor="ctr" anchorCtr="0"/>
          <a:lstStyle>
            <a:lvl1pPr algn="r">
              <a:defRPr sz="800" b="0">
                <a:solidFill>
                  <a:srgbClr val="8C8C8C"/>
                </a:solidFill>
              </a:defRPr>
            </a:lvl1pPr>
          </a:lstStyle>
          <a:p>
            <a:r>
              <a:rPr lang="en-GB" dirty="0"/>
              <a:t>© 2014 Deloitte MCS Limited. Private and confidential.</a:t>
            </a:r>
          </a:p>
        </p:txBody>
      </p:sp>
      <p:sp>
        <p:nvSpPr>
          <p:cNvPr id="8" name="Slide Number Placeholder 7"/>
          <p:cNvSpPr>
            <a:spLocks noGrp="1"/>
          </p:cNvSpPr>
          <p:nvPr>
            <p:ph type="sldNum" sz="quarter" idx="4"/>
          </p:nvPr>
        </p:nvSpPr>
        <p:spPr>
          <a:xfrm>
            <a:off x="370800" y="6407835"/>
            <a:ext cx="792088" cy="252000"/>
          </a:xfrm>
          <a:prstGeom prst="rect">
            <a:avLst/>
          </a:prstGeom>
        </p:spPr>
        <p:txBody>
          <a:bodyPr vert="horz" lIns="0" tIns="0" rIns="0" bIns="0" rtlCol="0" anchor="ctr" anchorCtr="0"/>
          <a:lstStyle>
            <a:lvl1pPr algn="l">
              <a:defRPr sz="800" b="0">
                <a:solidFill>
                  <a:srgbClr val="8C8C8C"/>
                </a:solidFill>
              </a:defRPr>
            </a:lvl1pPr>
          </a:lstStyle>
          <a:p>
            <a:fld id="{95CC1D26-A9BD-4BDE-BDD9-08EDBAE96860}"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62" r:id="rId2"/>
    <p:sldLayoutId id="2147483677" r:id="rId3"/>
    <p:sldLayoutId id="2147483650" r:id="rId4"/>
    <p:sldLayoutId id="2147483678" r:id="rId5"/>
    <p:sldLayoutId id="2147483674" r:id="rId6"/>
    <p:sldLayoutId id="2147483660" r:id="rId7"/>
    <p:sldLayoutId id="2147483679" r:id="rId8"/>
    <p:sldLayoutId id="2147483672" r:id="rId9"/>
    <p:sldLayoutId id="2147483673" r:id="rId10"/>
    <p:sldLayoutId id="2147483671" r:id="rId11"/>
    <p:sldLayoutId id="2147483675" r:id="rId12"/>
    <p:sldLayoutId id="2147483676" r:id="rId13"/>
    <p:sldLayoutId id="2147483663" r:id="rId14"/>
    <p:sldLayoutId id="2147483665" r:id="rId15"/>
    <p:sldLayoutId id="2147483651" r:id="rId16"/>
    <p:sldLayoutId id="2147483680" r:id="rId17"/>
    <p:sldLayoutId id="2147483681" r:id="rId18"/>
    <p:sldLayoutId id="2147483669" r:id="rId19"/>
    <p:sldLayoutId id="2147483670" r:id="rId20"/>
    <p:sldLayoutId id="2147483652" r:id="rId21"/>
  </p:sldLayoutIdLst>
  <p:transition>
    <p:fade/>
  </p:transition>
  <p:hf hdr="0" ftr="0" dt="0"/>
  <p:txStyles>
    <p:titleStyle>
      <a:lvl1pPr algn="l" defTabSz="914400" rtl="0" eaLnBrk="1" latinLnBrk="0" hangingPunct="1">
        <a:spcBef>
          <a:spcPct val="0"/>
        </a:spcBef>
        <a:buNone/>
        <a:defRPr sz="3000" kern="1200">
          <a:solidFill>
            <a:schemeClr val="accent2"/>
          </a:solidFill>
          <a:latin typeface="+mj-lt"/>
          <a:ea typeface="+mj-ea"/>
          <a:cs typeface="+mj-cs"/>
        </a:defRPr>
      </a:lvl1pPr>
    </p:titleStyle>
    <p:bodyStyle>
      <a:lvl1pPr marL="0" indent="0" algn="l" defTabSz="914400" rtl="0" eaLnBrk="1" latinLnBrk="0" hangingPunct="1">
        <a:spcBef>
          <a:spcPts val="1200"/>
        </a:spcBef>
        <a:buFont typeface="Arial" pitchFamily="34" charset="0"/>
        <a:buNone/>
        <a:defRPr sz="1800" b="0" kern="1200">
          <a:solidFill>
            <a:schemeClr val="tx2"/>
          </a:solidFill>
          <a:latin typeface="+mn-lt"/>
          <a:ea typeface="+mn-ea"/>
          <a:cs typeface="+mn-cs"/>
        </a:defRPr>
      </a:lvl1pPr>
      <a:lvl2pPr marL="266700" indent="-26670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2pPr>
      <a:lvl3pPr marL="266700" indent="-266700" algn="l" defTabSz="914400" rtl="0" eaLnBrk="1" latinLnBrk="0" hangingPunct="1">
        <a:spcBef>
          <a:spcPts val="1200"/>
        </a:spcBef>
        <a:buFont typeface="Arial" pitchFamily="34" charset="0"/>
        <a:buChar char="•"/>
        <a:defRPr sz="1800" i="1" kern="1200">
          <a:solidFill>
            <a:schemeClr val="tx2"/>
          </a:solidFill>
          <a:latin typeface="+mn-lt"/>
          <a:ea typeface="+mn-ea"/>
          <a:cs typeface="+mn-cs"/>
        </a:defRPr>
      </a:lvl3pPr>
      <a:lvl4pPr marL="539750" indent="-27305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4pPr>
      <a:lvl5pPr marL="806450" indent="-26670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7.xml"/><Relationship Id="rId7" Type="http://schemas.openxmlformats.org/officeDocument/2006/relationships/image" Target="../media/image3.jp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2.emf"/><Relationship Id="rId11" Type="http://schemas.openxmlformats.org/officeDocument/2006/relationships/image" Target="../media/image7.png"/><Relationship Id="rId5" Type="http://schemas.openxmlformats.org/officeDocument/2006/relationships/oleObject" Target="../embeddings/oleObject1.bin"/><Relationship Id="rId10" Type="http://schemas.openxmlformats.org/officeDocument/2006/relationships/image" Target="../media/image6.png"/><Relationship Id="rId4" Type="http://schemas.openxmlformats.org/officeDocument/2006/relationships/notesSlide" Target="../notesSlides/notesSlide1.xm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30262006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622" imgH="623" progId="TCLayout.ActiveDocument.1">
                  <p:embed/>
                </p:oleObj>
              </mc:Choice>
              <mc:Fallback>
                <p:oleObj name="think-cell Slide" r:id="rId5" imgW="622" imgH="623"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en-GB"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Footer Placeholder 4"/>
          <p:cNvSpPr txBox="1">
            <a:spLocks/>
          </p:cNvSpPr>
          <p:nvPr/>
        </p:nvSpPr>
        <p:spPr>
          <a:xfrm>
            <a:off x="1603279" y="6642555"/>
            <a:ext cx="7559473" cy="252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800" dirty="0">
                <a:solidFill>
                  <a:schemeClr val="bg1">
                    <a:lumMod val="50000"/>
                  </a:schemeClr>
                </a:solidFill>
              </a:rPr>
              <a:t>© 2019 Deloitte MCS Limited. Private and confidential.</a:t>
            </a:r>
          </a:p>
        </p:txBody>
      </p:sp>
      <p:pic>
        <p:nvPicPr>
          <p:cNvPr id="26" name="Picture 25">
            <a:extLst>
              <a:ext uri="{FF2B5EF4-FFF2-40B4-BE49-F238E27FC236}">
                <a16:creationId xmlns:a16="http://schemas.microsoft.com/office/drawing/2014/main" id="{F7B27130-67E1-4CA5-9C31-FA8CB330139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0443" y="1697423"/>
            <a:ext cx="1012836" cy="1012836"/>
          </a:xfrm>
          <a:prstGeom prst="rect">
            <a:avLst/>
          </a:prstGeom>
        </p:spPr>
      </p:pic>
      <p:grpSp>
        <p:nvGrpSpPr>
          <p:cNvPr id="4" name="Group 3">
            <a:extLst>
              <a:ext uri="{FF2B5EF4-FFF2-40B4-BE49-F238E27FC236}">
                <a16:creationId xmlns:a16="http://schemas.microsoft.com/office/drawing/2014/main" id="{B23C2D47-D579-F4A1-59D3-BCCE02E25EB7}"/>
              </a:ext>
            </a:extLst>
          </p:cNvPr>
          <p:cNvGrpSpPr/>
          <p:nvPr/>
        </p:nvGrpSpPr>
        <p:grpSpPr>
          <a:xfrm>
            <a:off x="4822869" y="1139306"/>
            <a:ext cx="3863963" cy="5516742"/>
            <a:chOff x="5483631" y="1145619"/>
            <a:chExt cx="4518690" cy="5692814"/>
          </a:xfrm>
        </p:grpSpPr>
        <p:sp>
          <p:nvSpPr>
            <p:cNvPr id="5" name="Rectangle 9">
              <a:extLst>
                <a:ext uri="{FF2B5EF4-FFF2-40B4-BE49-F238E27FC236}">
                  <a16:creationId xmlns:a16="http://schemas.microsoft.com/office/drawing/2014/main" id="{BC7D5FB2-69BF-19DA-AB77-22163A74CAC7}"/>
                </a:ext>
              </a:extLst>
            </p:cNvPr>
            <p:cNvSpPr>
              <a:spLocks noChangeArrowheads="1"/>
            </p:cNvSpPr>
            <p:nvPr/>
          </p:nvSpPr>
          <p:spPr bwMode="auto">
            <a:xfrm>
              <a:off x="5483631" y="1262928"/>
              <a:ext cx="4518690" cy="5575505"/>
            </a:xfrm>
            <a:prstGeom prst="rect">
              <a:avLst/>
            </a:prstGeom>
            <a:noFill/>
            <a:ln w="25400" cap="flat" cmpd="sng" algn="ctr">
              <a:solidFill>
                <a:srgbClr val="65A9D9"/>
              </a:solidFill>
              <a:prstDash val="solid"/>
            </a:ln>
            <a:effectLst/>
          </p:spPr>
          <p:txBody>
            <a:bodyPr lIns="101822" tIns="237585" rIns="135763" bIns="37790" rtlCol="0" anchor="t" anchorCtr="0"/>
            <a:lstStyle/>
            <a:p>
              <a:pPr eaLnBrk="0" hangingPunct="0">
                <a:spcBef>
                  <a:spcPts val="566"/>
                </a:spcBef>
                <a:spcAft>
                  <a:spcPct val="10000"/>
                </a:spcAft>
              </a:pPr>
              <a:r>
                <a:rPr lang="en-GB" sz="1197" dirty="0">
                  <a:solidFill>
                    <a:schemeClr val="tx1">
                      <a:lumMod val="65000"/>
                      <a:lumOff val="35000"/>
                    </a:schemeClr>
                  </a:solidFill>
                </a:rPr>
                <a:t>Hands on, complex design, automation and deployments such as the following one: </a:t>
              </a:r>
            </a:p>
            <a:p>
              <a:pPr marL="171450" lvl="0" indent="-171450" algn="just">
                <a:spcAft>
                  <a:spcPts val="300"/>
                </a:spcAft>
                <a:buFont typeface="Arial" panose="020B0604020202020204" pitchFamily="34" charset="0"/>
                <a:buChar char="•"/>
                <a:defRPr/>
              </a:pPr>
              <a:r>
                <a:rPr lang="en-GB" sz="1197" b="1" dirty="0">
                  <a:solidFill>
                    <a:schemeClr val="tx1">
                      <a:lumMod val="65000"/>
                      <a:lumOff val="35000"/>
                    </a:schemeClr>
                  </a:solidFill>
                </a:rPr>
                <a:t>London Markets Trading Platform Provider </a:t>
              </a:r>
              <a:r>
                <a:rPr lang="en-GB" sz="1197" dirty="0">
                  <a:solidFill>
                    <a:schemeClr val="tx1">
                      <a:lumMod val="65000"/>
                      <a:lumOff val="35000"/>
                    </a:schemeClr>
                  </a:solidFill>
                </a:rPr>
                <a:t>Azure Infrastructure DevOps Engineer in the Digital Market Platform Support.  He was also involved in the build, integration with Entra ID and support of the Azure Virtual Desktop environments, to be used by client’s reporting teams. Authoring and managing MFA and CA </a:t>
              </a:r>
              <a:r>
                <a:rPr lang="en-GB" sz="1197">
                  <a:solidFill>
                    <a:schemeClr val="tx1">
                      <a:lumMod val="65000"/>
                      <a:lumOff val="35000"/>
                    </a:schemeClr>
                  </a:solidFill>
                </a:rPr>
                <a:t>policies.</a:t>
              </a:r>
              <a:endParaRPr lang="en-GB" sz="1197" dirty="0">
                <a:solidFill>
                  <a:schemeClr val="tx1">
                    <a:lumMod val="65000"/>
                    <a:lumOff val="35000"/>
                  </a:schemeClr>
                </a:solidFill>
              </a:endParaRPr>
            </a:p>
            <a:p>
              <a:pPr marL="171450" indent="-171450">
                <a:buFont typeface="Arial" panose="020B0604020202020204" pitchFamily="34" charset="0"/>
                <a:buChar char="•"/>
              </a:pPr>
              <a:endParaRPr lang="en-GB" sz="1197" dirty="0">
                <a:solidFill>
                  <a:schemeClr val="tx1">
                    <a:lumMod val="65000"/>
                    <a:lumOff val="35000"/>
                  </a:schemeClr>
                </a:solidFill>
              </a:endParaRPr>
            </a:p>
            <a:p>
              <a:pPr marL="171450" lvl="0" indent="-171450" algn="just">
                <a:spcAft>
                  <a:spcPts val="300"/>
                </a:spcAft>
                <a:buFont typeface="Arial" panose="020B0604020202020204" pitchFamily="34" charset="0"/>
                <a:buChar char="•"/>
                <a:defRPr/>
              </a:pPr>
              <a:r>
                <a:rPr lang="en-GB" sz="1197" b="1" dirty="0">
                  <a:solidFill>
                    <a:schemeClr val="tx1">
                      <a:lumMod val="65000"/>
                      <a:lumOff val="35000"/>
                    </a:schemeClr>
                  </a:solidFill>
                </a:rPr>
                <a:t>Global aerospace and defence company </a:t>
              </a:r>
              <a:r>
                <a:rPr lang="en-GB" sz="1197" dirty="0">
                  <a:solidFill>
                    <a:schemeClr val="tx1">
                      <a:lumMod val="65000"/>
                      <a:lumOff val="35000"/>
                    </a:schemeClr>
                  </a:solidFill>
                </a:rPr>
                <a:t>As an Azure Workstream Lead and Architect, he designed and implemented an enterprise-level landing zone based on the Open Cloud Framework, utilising Terraform and Azure DevOps  pipelines for Infrastructure-as-Code deployment. Furthermore, Karthik was the lead Azure Infrastructure DevOps Engineer, leading the design and global implementation of a hybrid cloud solution across multiple business units, again leveraging Terraform and Azure DevOps for efficient infrastructure management. He was involved in the build, deployment and daily management of the Azure Virtual Desktop (AVD). It also involved usage reporting of the virtual desktops using Azure Monitor workbooks and recommend cost management of running personal / pooled session hosts.</a:t>
              </a:r>
            </a:p>
            <a:p>
              <a:pPr marL="171450" indent="-171450">
                <a:buFont typeface="Arial" panose="020B0604020202020204" pitchFamily="34" charset="0"/>
                <a:buChar char="•"/>
              </a:pPr>
              <a:endParaRPr lang="en-GB" sz="1197" dirty="0">
                <a:solidFill>
                  <a:schemeClr val="tx1">
                    <a:lumMod val="65000"/>
                    <a:lumOff val="35000"/>
                  </a:schemeClr>
                </a:solidFill>
              </a:endParaRPr>
            </a:p>
            <a:p>
              <a:pPr eaLnBrk="0" hangingPunct="0">
                <a:spcBef>
                  <a:spcPts val="566"/>
                </a:spcBef>
                <a:spcAft>
                  <a:spcPct val="10000"/>
                </a:spcAft>
              </a:pPr>
              <a:endParaRPr lang="en-GB" sz="1197" dirty="0">
                <a:solidFill>
                  <a:schemeClr val="tx1">
                    <a:lumMod val="65000"/>
                    <a:lumOff val="35000"/>
                  </a:schemeClr>
                </a:solidFill>
              </a:endParaRPr>
            </a:p>
          </p:txBody>
        </p:sp>
        <p:sp>
          <p:nvSpPr>
            <p:cNvPr id="6" name="Rectangle 13">
              <a:extLst>
                <a:ext uri="{FF2B5EF4-FFF2-40B4-BE49-F238E27FC236}">
                  <a16:creationId xmlns:a16="http://schemas.microsoft.com/office/drawing/2014/main" id="{5F9C0E24-7E07-5D8A-6834-D7FD7497F46B}"/>
                </a:ext>
              </a:extLst>
            </p:cNvPr>
            <p:cNvSpPr>
              <a:spLocks noChangeArrowheads="1"/>
            </p:cNvSpPr>
            <p:nvPr/>
          </p:nvSpPr>
          <p:spPr bwMode="auto">
            <a:xfrm>
              <a:off x="5755052" y="1145619"/>
              <a:ext cx="1509755" cy="289223"/>
            </a:xfrm>
            <a:prstGeom prst="rect">
              <a:avLst/>
            </a:prstGeom>
            <a:solidFill>
              <a:schemeClr val="bg1"/>
            </a:solidFill>
            <a:ln w="9525">
              <a:noFill/>
              <a:miter lim="800000"/>
              <a:headEnd/>
              <a:tailEnd/>
            </a:ln>
          </p:spPr>
          <p:txBody>
            <a:bodyPr wrap="none" lIns="86808" tIns="43404" rIns="86808" bIns="43404">
              <a:spAutoFit/>
            </a:bodyPr>
            <a:lstStyle/>
            <a:p>
              <a:pPr eaLnBrk="0" hangingPunct="0">
                <a:lnSpc>
                  <a:spcPct val="110000"/>
                </a:lnSpc>
              </a:pPr>
              <a:r>
                <a:rPr lang="en-GB" altLang="zh-CN" sz="1037" b="1" i="1" dirty="0">
                  <a:solidFill>
                    <a:schemeClr val="tx1">
                      <a:lumMod val="65000"/>
                      <a:lumOff val="35000"/>
                    </a:schemeClr>
                  </a:solidFill>
                  <a:ea typeface="SimSun" pitchFamily="2" charset="-122"/>
                </a:rPr>
                <a:t>Relevant Experience</a:t>
              </a:r>
            </a:p>
          </p:txBody>
        </p:sp>
      </p:grpSp>
      <p:grpSp>
        <p:nvGrpSpPr>
          <p:cNvPr id="12" name="Group 11">
            <a:extLst>
              <a:ext uri="{FF2B5EF4-FFF2-40B4-BE49-F238E27FC236}">
                <a16:creationId xmlns:a16="http://schemas.microsoft.com/office/drawing/2014/main" id="{7B63A66B-E675-00D9-BF5B-7442893DA8F5}"/>
              </a:ext>
            </a:extLst>
          </p:cNvPr>
          <p:cNvGrpSpPr/>
          <p:nvPr/>
        </p:nvGrpSpPr>
        <p:grpSpPr>
          <a:xfrm>
            <a:off x="281641" y="1113084"/>
            <a:ext cx="4085138" cy="3291988"/>
            <a:chOff x="571027" y="1145619"/>
            <a:chExt cx="4777342" cy="4149893"/>
          </a:xfrm>
        </p:grpSpPr>
        <p:sp>
          <p:nvSpPr>
            <p:cNvPr id="13" name="Rectangle 9">
              <a:extLst>
                <a:ext uri="{FF2B5EF4-FFF2-40B4-BE49-F238E27FC236}">
                  <a16:creationId xmlns:a16="http://schemas.microsoft.com/office/drawing/2014/main" id="{879CA802-DBF2-ACB0-40FA-F5F821939578}"/>
                </a:ext>
              </a:extLst>
            </p:cNvPr>
            <p:cNvSpPr>
              <a:spLocks noChangeArrowheads="1"/>
            </p:cNvSpPr>
            <p:nvPr/>
          </p:nvSpPr>
          <p:spPr bwMode="auto">
            <a:xfrm>
              <a:off x="571027" y="1304895"/>
              <a:ext cx="4777342" cy="3990617"/>
            </a:xfrm>
            <a:prstGeom prst="rect">
              <a:avLst/>
            </a:prstGeom>
            <a:noFill/>
            <a:ln w="25400" cap="flat" cmpd="sng" algn="ctr">
              <a:solidFill>
                <a:srgbClr val="65A9D9"/>
              </a:solidFill>
              <a:prstDash val="solid"/>
            </a:ln>
            <a:effectLst/>
          </p:spPr>
          <p:txBody>
            <a:bodyPr lIns="75579" tIns="37790" rIns="75579" bIns="37790" rtlCol="0" anchor="t" anchorCtr="0"/>
            <a:lstStyle/>
            <a:p>
              <a:pPr defTabSz="981024"/>
              <a:endParaRPr lang="en-GB" sz="1037" kern="0" dirty="0">
                <a:solidFill>
                  <a:srgbClr val="575757"/>
                </a:solidFill>
              </a:endParaRPr>
            </a:p>
          </p:txBody>
        </p:sp>
        <p:sp>
          <p:nvSpPr>
            <p:cNvPr id="14" name="Rectangle 10">
              <a:extLst>
                <a:ext uri="{FF2B5EF4-FFF2-40B4-BE49-F238E27FC236}">
                  <a16:creationId xmlns:a16="http://schemas.microsoft.com/office/drawing/2014/main" id="{A0D5EA66-FF3B-EC3A-8CFE-427BE9B8674D}"/>
                </a:ext>
              </a:extLst>
            </p:cNvPr>
            <p:cNvSpPr>
              <a:spLocks noChangeArrowheads="1"/>
            </p:cNvSpPr>
            <p:nvPr/>
          </p:nvSpPr>
          <p:spPr bwMode="auto">
            <a:xfrm>
              <a:off x="715902" y="1145619"/>
              <a:ext cx="981111" cy="272908"/>
            </a:xfrm>
            <a:prstGeom prst="rect">
              <a:avLst/>
            </a:prstGeom>
            <a:solidFill>
              <a:schemeClr val="bg1"/>
            </a:solidFill>
            <a:ln w="9525">
              <a:noFill/>
              <a:miter lim="800000"/>
              <a:headEnd/>
              <a:tailEnd/>
            </a:ln>
          </p:spPr>
          <p:txBody>
            <a:bodyPr wrap="none" lIns="86808" tIns="43404" rIns="86808" bIns="43404">
              <a:spAutoFit/>
            </a:bodyPr>
            <a:lstStyle/>
            <a:p>
              <a:pPr eaLnBrk="0" hangingPunct="0">
                <a:lnSpc>
                  <a:spcPct val="110000"/>
                </a:lnSpc>
              </a:pPr>
              <a:r>
                <a:rPr lang="en-GB" altLang="zh-CN" sz="1037" b="1" i="1" dirty="0">
                  <a:solidFill>
                    <a:schemeClr val="accent5"/>
                  </a:solidFill>
                  <a:ea typeface="SimSun" pitchFamily="2" charset="-122"/>
                </a:rPr>
                <a:t>Background</a:t>
              </a:r>
            </a:p>
          </p:txBody>
        </p:sp>
      </p:grpSp>
      <p:sp>
        <p:nvSpPr>
          <p:cNvPr id="15" name="Rectangle 19">
            <a:extLst>
              <a:ext uri="{FF2B5EF4-FFF2-40B4-BE49-F238E27FC236}">
                <a16:creationId xmlns:a16="http://schemas.microsoft.com/office/drawing/2014/main" id="{F1E1BE5E-A09F-9C7A-3C2C-9B1C9819BBFB}"/>
              </a:ext>
            </a:extLst>
          </p:cNvPr>
          <p:cNvSpPr>
            <a:spLocks noChangeArrowheads="1"/>
          </p:cNvSpPr>
          <p:nvPr/>
        </p:nvSpPr>
        <p:spPr bwMode="auto">
          <a:xfrm>
            <a:off x="277638" y="3023219"/>
            <a:ext cx="3924650" cy="1381853"/>
          </a:xfrm>
          <a:prstGeom prst="rect">
            <a:avLst/>
          </a:prstGeom>
          <a:noFill/>
          <a:ln w="9525" algn="ctr">
            <a:noFill/>
            <a:miter lim="800000"/>
            <a:headEnd/>
            <a:tailEnd/>
          </a:ln>
        </p:spPr>
        <p:txBody>
          <a:bodyPr wrap="square" lIns="135763" rIns="135763">
            <a:noAutofit/>
          </a:bodyPr>
          <a:lstStyle/>
          <a:p>
            <a:pPr eaLnBrk="0" hangingPunct="0">
              <a:spcAft>
                <a:spcPts val="600"/>
              </a:spcAft>
              <a:buClr>
                <a:schemeClr val="accent1"/>
              </a:buClr>
            </a:pPr>
            <a:r>
              <a:rPr lang="en-GB" sz="1197" dirty="0">
                <a:solidFill>
                  <a:schemeClr val="tx1">
                    <a:lumMod val="65000"/>
                    <a:lumOff val="35000"/>
                  </a:schemeClr>
                </a:solidFill>
              </a:rPr>
              <a:t>Proven track record of solving complex business and system problems inherent in large-scale change programmes</a:t>
            </a:r>
          </a:p>
          <a:p>
            <a:pPr marR="0" algn="l" defTabSz="914400" rtl="0" eaLnBrk="0" fontAlgn="auto" latinLnBrk="0" hangingPunct="0">
              <a:lnSpc>
                <a:spcPct val="100000"/>
              </a:lnSpc>
              <a:spcBef>
                <a:spcPts val="0"/>
              </a:spcBef>
              <a:spcAft>
                <a:spcPts val="600"/>
              </a:spcAft>
              <a:buClr>
                <a:schemeClr val="accent1"/>
              </a:buClr>
              <a:buSzTx/>
              <a:tabLst/>
              <a:defRPr/>
            </a:pPr>
            <a:r>
              <a:rPr lang="en-GB" sz="1197" dirty="0">
                <a:solidFill>
                  <a:schemeClr val="tx1">
                    <a:lumMod val="65000"/>
                    <a:lumOff val="35000"/>
                  </a:schemeClr>
                </a:solidFill>
              </a:rPr>
              <a:t>deep technology skills in multiple Microsoft technologies and experience in infrastructure architecture and design for cloud migration.</a:t>
            </a:r>
          </a:p>
          <a:p>
            <a:pPr marL="0" lvl="1">
              <a:spcAft>
                <a:spcPts val="566"/>
              </a:spcAft>
              <a:buClr>
                <a:schemeClr val="tx2"/>
              </a:buClr>
              <a:tabLst>
                <a:tab pos="667696" algn="l"/>
              </a:tabLst>
              <a:defRPr/>
            </a:pPr>
            <a:endParaRPr lang="en-GB" sz="1197" dirty="0">
              <a:solidFill>
                <a:schemeClr val="tx1">
                  <a:lumMod val="65000"/>
                  <a:lumOff val="35000"/>
                </a:schemeClr>
              </a:solidFill>
            </a:endParaRPr>
          </a:p>
        </p:txBody>
      </p:sp>
      <p:sp>
        <p:nvSpPr>
          <p:cNvPr id="16" name="Rectangle 15">
            <a:extLst>
              <a:ext uri="{FF2B5EF4-FFF2-40B4-BE49-F238E27FC236}">
                <a16:creationId xmlns:a16="http://schemas.microsoft.com/office/drawing/2014/main" id="{2DE8FBBD-72E1-B846-F7C1-ED171B7145EB}"/>
              </a:ext>
            </a:extLst>
          </p:cNvPr>
          <p:cNvSpPr/>
          <p:nvPr/>
        </p:nvSpPr>
        <p:spPr>
          <a:xfrm>
            <a:off x="1927824" y="1546282"/>
            <a:ext cx="2448753" cy="1381853"/>
          </a:xfrm>
          <a:prstGeom prst="rect">
            <a:avLst/>
          </a:prstGeom>
        </p:spPr>
        <p:txBody>
          <a:bodyPr wrap="square" lIns="0" rIns="135763">
            <a:spAutoFit/>
          </a:bodyPr>
          <a:lstStyle/>
          <a:p>
            <a:pPr eaLnBrk="0" hangingPunct="0">
              <a:spcAft>
                <a:spcPts val="600"/>
              </a:spcAft>
              <a:buClr>
                <a:schemeClr val="accent1"/>
              </a:buClr>
            </a:pPr>
            <a:r>
              <a:rPr lang="en-GB" sz="1197" dirty="0">
                <a:solidFill>
                  <a:schemeClr val="tx1">
                    <a:lumMod val="65000"/>
                    <a:lumOff val="35000"/>
                  </a:schemeClr>
                </a:solidFill>
              </a:rPr>
              <a:t>Karthik is an Azure SME within Deloitte’s Cloud Managed Services with experience working in the financial services industry helping clients to achieve success in their transformational journey to Cloud.</a:t>
            </a:r>
          </a:p>
        </p:txBody>
      </p:sp>
      <p:sp>
        <p:nvSpPr>
          <p:cNvPr id="17" name="Rectangle 16">
            <a:extLst>
              <a:ext uri="{FF2B5EF4-FFF2-40B4-BE49-F238E27FC236}">
                <a16:creationId xmlns:a16="http://schemas.microsoft.com/office/drawing/2014/main" id="{EE60722C-BC1D-4E8A-C698-C3F90BD0FE5A}"/>
              </a:ext>
            </a:extLst>
          </p:cNvPr>
          <p:cNvSpPr/>
          <p:nvPr/>
        </p:nvSpPr>
        <p:spPr>
          <a:xfrm>
            <a:off x="497886" y="1578830"/>
            <a:ext cx="1219748" cy="1248701"/>
          </a:xfrm>
          <a:prstGeom prst="rect">
            <a:avLst/>
          </a:prstGeom>
          <a:noFill/>
          <a:ln w="25400" cap="flat" cmpd="sng" algn="ctr">
            <a:solidFill>
              <a:sysClr val="window" lastClr="FFFFFF">
                <a:lumMod val="75000"/>
              </a:sysClr>
            </a:solidFill>
            <a:prstDash val="solid"/>
          </a:ln>
          <a:effectLst/>
        </p:spPr>
        <p:txBody>
          <a:bodyPr rtlCol="0" anchor="ctr"/>
          <a:lstStyle/>
          <a:p>
            <a:pPr algn="ctr" defTabSz="981024">
              <a:defRPr/>
            </a:pPr>
            <a:endParaRPr lang="en-GB" sz="2074" kern="0" dirty="0">
              <a:solidFill>
                <a:prstClr val="white"/>
              </a:solidFill>
              <a:latin typeface="Arial"/>
            </a:endParaRPr>
          </a:p>
        </p:txBody>
      </p:sp>
      <p:sp>
        <p:nvSpPr>
          <p:cNvPr id="19" name="Rectangle 14">
            <a:extLst>
              <a:ext uri="{FF2B5EF4-FFF2-40B4-BE49-F238E27FC236}">
                <a16:creationId xmlns:a16="http://schemas.microsoft.com/office/drawing/2014/main" id="{D458A76A-0891-92A0-1A6E-6E0471F4E321}"/>
              </a:ext>
            </a:extLst>
          </p:cNvPr>
          <p:cNvSpPr>
            <a:spLocks noChangeArrowheads="1"/>
          </p:cNvSpPr>
          <p:nvPr/>
        </p:nvSpPr>
        <p:spPr bwMode="auto">
          <a:xfrm>
            <a:off x="2455415" y="4811667"/>
            <a:ext cx="1892563" cy="1857693"/>
          </a:xfrm>
          <a:prstGeom prst="rect">
            <a:avLst/>
          </a:prstGeom>
          <a:noFill/>
          <a:ln w="25400" cap="flat" cmpd="sng" algn="ctr">
            <a:solidFill>
              <a:srgbClr val="65A9D9"/>
            </a:solidFill>
            <a:prstDash val="solid"/>
          </a:ln>
          <a:effectLst/>
        </p:spPr>
        <p:txBody>
          <a:bodyPr lIns="135763" tIns="135763" rIns="135763" bIns="37790" rtlCol="0" anchor="t" anchorCtr="0"/>
          <a:lstStyle/>
          <a:p>
            <a:pPr marL="172111" marR="0" lvl="1" indent="-172111" defTabSz="981024" fontAlgn="auto">
              <a:lnSpc>
                <a:spcPct val="100000"/>
              </a:lnSpc>
              <a:spcBef>
                <a:spcPts val="566"/>
              </a:spcBef>
              <a:spcAft>
                <a:spcPts val="0"/>
              </a:spcAft>
              <a:buClr>
                <a:schemeClr val="accent1"/>
              </a:buClr>
              <a:buSzPct val="100000"/>
              <a:buFont typeface="Arial" panose="020B0604020202020204" pitchFamily="34" charset="0"/>
              <a:buChar char="•"/>
              <a:tabLst/>
              <a:defRPr/>
            </a:pPr>
            <a:r>
              <a:rPr lang="en-GB" sz="1000" kern="0" dirty="0">
                <a:solidFill>
                  <a:srgbClr val="575757"/>
                </a:solidFill>
              </a:rPr>
              <a:t>Insurance </a:t>
            </a:r>
          </a:p>
          <a:p>
            <a:pPr marL="172111" marR="0" lvl="1" indent="-172111" defTabSz="981024" fontAlgn="auto">
              <a:lnSpc>
                <a:spcPct val="100000"/>
              </a:lnSpc>
              <a:spcBef>
                <a:spcPts val="566"/>
              </a:spcBef>
              <a:spcAft>
                <a:spcPts val="0"/>
              </a:spcAft>
              <a:buClr>
                <a:schemeClr val="accent1"/>
              </a:buClr>
              <a:buSzPct val="100000"/>
              <a:buFont typeface="Arial" panose="020B0604020202020204" pitchFamily="34" charset="0"/>
              <a:buChar char="•"/>
              <a:tabLst/>
              <a:defRPr/>
            </a:pPr>
            <a:r>
              <a:rPr lang="en-GB" sz="1000" kern="0" dirty="0">
                <a:solidFill>
                  <a:srgbClr val="575757"/>
                </a:solidFill>
              </a:rPr>
              <a:t>Banking </a:t>
            </a:r>
          </a:p>
          <a:p>
            <a:pPr marL="172111" marR="0" lvl="1" indent="-172111" defTabSz="981024" fontAlgn="auto">
              <a:lnSpc>
                <a:spcPct val="100000"/>
              </a:lnSpc>
              <a:spcBef>
                <a:spcPts val="566"/>
              </a:spcBef>
              <a:spcAft>
                <a:spcPts val="0"/>
              </a:spcAft>
              <a:buClr>
                <a:schemeClr val="accent1"/>
              </a:buClr>
              <a:buSzPct val="100000"/>
              <a:buFont typeface="Arial" panose="020B0604020202020204" pitchFamily="34" charset="0"/>
              <a:buChar char="•"/>
              <a:tabLst/>
              <a:defRPr/>
            </a:pPr>
            <a:r>
              <a:rPr lang="en-GB" sz="1000" kern="0" dirty="0">
                <a:solidFill>
                  <a:srgbClr val="575757"/>
                </a:solidFill>
              </a:rPr>
              <a:t>Resourcing</a:t>
            </a:r>
          </a:p>
        </p:txBody>
      </p:sp>
      <p:sp>
        <p:nvSpPr>
          <p:cNvPr id="20" name="Rectangle 15">
            <a:extLst>
              <a:ext uri="{FF2B5EF4-FFF2-40B4-BE49-F238E27FC236}">
                <a16:creationId xmlns:a16="http://schemas.microsoft.com/office/drawing/2014/main" id="{722FF579-ABE7-341F-AFA4-3B980287632C}"/>
              </a:ext>
            </a:extLst>
          </p:cNvPr>
          <p:cNvSpPr>
            <a:spLocks noChangeArrowheads="1"/>
          </p:cNvSpPr>
          <p:nvPr/>
        </p:nvSpPr>
        <p:spPr bwMode="auto">
          <a:xfrm>
            <a:off x="253042" y="4811667"/>
            <a:ext cx="2131135" cy="1857693"/>
          </a:xfrm>
          <a:prstGeom prst="rect">
            <a:avLst/>
          </a:prstGeom>
          <a:noFill/>
          <a:ln w="25400" cap="flat" cmpd="sng" algn="ctr">
            <a:solidFill>
              <a:srgbClr val="65A9D9"/>
            </a:solidFill>
            <a:prstDash val="solid"/>
          </a:ln>
          <a:effectLst/>
        </p:spPr>
        <p:txBody>
          <a:bodyPr lIns="135763" tIns="135763" rIns="135763" bIns="37790" rtlCol="0" anchor="t" anchorCtr="0"/>
          <a:lstStyle/>
          <a:p>
            <a:pPr marL="172111" indent="-172111" defTabSz="981024">
              <a:spcBef>
                <a:spcPts val="566"/>
              </a:spcBef>
              <a:buFont typeface="Arial" panose="020B0604020202020204" pitchFamily="34" charset="0"/>
              <a:buChar char="•"/>
            </a:pPr>
            <a:r>
              <a:rPr lang="en-GB" sz="1000" kern="0" dirty="0">
                <a:solidFill>
                  <a:srgbClr val="575757"/>
                </a:solidFill>
              </a:rPr>
              <a:t>Azure DevOps and Automations</a:t>
            </a:r>
          </a:p>
          <a:p>
            <a:pPr marL="172111" indent="-172111" defTabSz="981024">
              <a:spcBef>
                <a:spcPts val="566"/>
              </a:spcBef>
              <a:buFont typeface="Arial" panose="020B0604020202020204" pitchFamily="34" charset="0"/>
              <a:buChar char="•"/>
            </a:pPr>
            <a:r>
              <a:rPr lang="en-GB" sz="1000" kern="0" dirty="0">
                <a:solidFill>
                  <a:srgbClr val="575757"/>
                </a:solidFill>
              </a:rPr>
              <a:t>Azure Infra. and Networking</a:t>
            </a:r>
          </a:p>
          <a:p>
            <a:pPr marL="172111" indent="-172111" defTabSz="981024">
              <a:spcBef>
                <a:spcPts val="566"/>
              </a:spcBef>
              <a:buFont typeface="Arial" panose="020B0604020202020204" pitchFamily="34" charset="0"/>
              <a:buChar char="•"/>
            </a:pPr>
            <a:r>
              <a:rPr lang="en-GB" sz="1000" kern="0" dirty="0">
                <a:solidFill>
                  <a:srgbClr val="575757"/>
                </a:solidFill>
              </a:rPr>
              <a:t>Cloud Security and compliance</a:t>
            </a:r>
          </a:p>
          <a:p>
            <a:pPr marL="172111" indent="-172111" defTabSz="981024" fontAlgn="base">
              <a:spcBef>
                <a:spcPts val="566"/>
              </a:spcBef>
              <a:buFont typeface="Arial" panose="020B0604020202020204" pitchFamily="34" charset="0"/>
              <a:buChar char="•"/>
            </a:pPr>
            <a:r>
              <a:rPr lang="en-GB" sz="1000" kern="0" dirty="0">
                <a:solidFill>
                  <a:srgbClr val="575757"/>
                </a:solidFill>
              </a:rPr>
              <a:t>Windows Server Infrastructure Solutions</a:t>
            </a:r>
            <a:r>
              <a:rPr lang="en-US" sz="1000" kern="0" dirty="0">
                <a:solidFill>
                  <a:srgbClr val="575757"/>
                </a:solidFill>
              </a:rPr>
              <a:t>​</a:t>
            </a:r>
          </a:p>
          <a:p>
            <a:pPr marL="172111" indent="-172111" defTabSz="981024" fontAlgn="base">
              <a:spcBef>
                <a:spcPts val="566"/>
              </a:spcBef>
              <a:buFont typeface="Arial" panose="020B0604020202020204" pitchFamily="34" charset="0"/>
              <a:buChar char="•"/>
            </a:pPr>
            <a:r>
              <a:rPr lang="en-GB" sz="1000" kern="0" dirty="0">
                <a:solidFill>
                  <a:srgbClr val="575757"/>
                </a:solidFill>
              </a:rPr>
              <a:t>Technology Architecture</a:t>
            </a:r>
            <a:endParaRPr lang="en-US" sz="1000" kern="0" dirty="0">
              <a:solidFill>
                <a:srgbClr val="575757"/>
              </a:solidFill>
            </a:endParaRPr>
          </a:p>
          <a:p>
            <a:pPr marL="172111" indent="-172111" defTabSz="981024">
              <a:spcBef>
                <a:spcPts val="566"/>
              </a:spcBef>
              <a:buFont typeface="Arial" panose="020B0604020202020204" pitchFamily="34" charset="0"/>
              <a:buChar char="•"/>
            </a:pPr>
            <a:endParaRPr lang="en-GB" sz="1000" kern="0" dirty="0">
              <a:solidFill>
                <a:srgbClr val="575757"/>
              </a:solidFill>
            </a:endParaRPr>
          </a:p>
          <a:p>
            <a:pPr marL="172111" indent="-172111" defTabSz="981024">
              <a:spcBef>
                <a:spcPts val="566"/>
              </a:spcBef>
              <a:buFont typeface="Arial" panose="020B0604020202020204" pitchFamily="34" charset="0"/>
              <a:buChar char="•"/>
            </a:pPr>
            <a:endParaRPr lang="en-GB" sz="1037" kern="0" dirty="0">
              <a:solidFill>
                <a:srgbClr val="575757"/>
              </a:solidFill>
            </a:endParaRPr>
          </a:p>
        </p:txBody>
      </p:sp>
      <p:sp>
        <p:nvSpPr>
          <p:cNvPr id="21" name="Rectangle 17">
            <a:extLst>
              <a:ext uri="{FF2B5EF4-FFF2-40B4-BE49-F238E27FC236}">
                <a16:creationId xmlns:a16="http://schemas.microsoft.com/office/drawing/2014/main" id="{0F6E7D6E-AA6F-CE11-1ACF-CD0B07FCC43B}"/>
              </a:ext>
            </a:extLst>
          </p:cNvPr>
          <p:cNvSpPr>
            <a:spLocks noChangeArrowheads="1"/>
          </p:cNvSpPr>
          <p:nvPr/>
        </p:nvSpPr>
        <p:spPr bwMode="auto">
          <a:xfrm>
            <a:off x="376926" y="4694184"/>
            <a:ext cx="1226881" cy="247251"/>
          </a:xfrm>
          <a:prstGeom prst="rect">
            <a:avLst/>
          </a:prstGeom>
          <a:solidFill>
            <a:schemeClr val="bg1"/>
          </a:solidFill>
          <a:ln w="9525">
            <a:noFill/>
            <a:miter lim="800000"/>
            <a:headEnd/>
            <a:tailEnd/>
          </a:ln>
        </p:spPr>
        <p:txBody>
          <a:bodyPr wrap="none" lIns="86808" tIns="43404" rIns="86808" bIns="43404">
            <a:spAutoFit/>
          </a:bodyPr>
          <a:lstStyle/>
          <a:p>
            <a:pPr eaLnBrk="0" hangingPunct="0"/>
            <a:r>
              <a:rPr lang="en-GB" altLang="zh-CN" sz="1037" b="1" i="1" dirty="0">
                <a:solidFill>
                  <a:schemeClr val="accent5"/>
                </a:solidFill>
                <a:ea typeface="SimSun" pitchFamily="2" charset="-122"/>
              </a:rPr>
              <a:t>Technical Expertise</a:t>
            </a:r>
          </a:p>
        </p:txBody>
      </p:sp>
      <p:sp>
        <p:nvSpPr>
          <p:cNvPr id="22" name="Rectangle 21">
            <a:extLst>
              <a:ext uri="{FF2B5EF4-FFF2-40B4-BE49-F238E27FC236}">
                <a16:creationId xmlns:a16="http://schemas.microsoft.com/office/drawing/2014/main" id="{44532F48-E5BB-3C69-3031-EDFDCD069FBD}"/>
              </a:ext>
            </a:extLst>
          </p:cNvPr>
          <p:cNvSpPr>
            <a:spLocks noChangeArrowheads="1"/>
          </p:cNvSpPr>
          <p:nvPr/>
        </p:nvSpPr>
        <p:spPr bwMode="auto">
          <a:xfrm>
            <a:off x="2611797" y="4694184"/>
            <a:ext cx="1165967" cy="247251"/>
          </a:xfrm>
          <a:prstGeom prst="rect">
            <a:avLst/>
          </a:prstGeom>
          <a:solidFill>
            <a:schemeClr val="bg1"/>
          </a:solidFill>
          <a:ln w="9525">
            <a:noFill/>
            <a:miter lim="800000"/>
            <a:headEnd/>
            <a:tailEnd/>
          </a:ln>
        </p:spPr>
        <p:txBody>
          <a:bodyPr wrap="none" lIns="86808" tIns="43404" rIns="86808" bIns="43404">
            <a:spAutoFit/>
          </a:bodyPr>
          <a:lstStyle/>
          <a:p>
            <a:pPr eaLnBrk="0" hangingPunct="0"/>
            <a:r>
              <a:rPr lang="en-GB" altLang="zh-CN" sz="1037" b="1" i="1" dirty="0">
                <a:solidFill>
                  <a:schemeClr val="accent5"/>
                </a:solidFill>
                <a:ea typeface="SimSun" pitchFamily="2" charset="-122"/>
              </a:rPr>
              <a:t>Industry Expertise</a:t>
            </a:r>
          </a:p>
        </p:txBody>
      </p:sp>
      <p:sp>
        <p:nvSpPr>
          <p:cNvPr id="27" name="TextBox 26">
            <a:extLst>
              <a:ext uri="{FF2B5EF4-FFF2-40B4-BE49-F238E27FC236}">
                <a16:creationId xmlns:a16="http://schemas.microsoft.com/office/drawing/2014/main" id="{4E098901-19DC-C5A8-BC6A-B83C3BD41490}"/>
              </a:ext>
            </a:extLst>
          </p:cNvPr>
          <p:cNvSpPr txBox="1"/>
          <p:nvPr/>
        </p:nvSpPr>
        <p:spPr>
          <a:xfrm>
            <a:off x="107503" y="683404"/>
            <a:ext cx="4824537" cy="369332"/>
          </a:xfrm>
          <a:prstGeom prst="rect">
            <a:avLst/>
          </a:prstGeom>
          <a:noFill/>
        </p:spPr>
        <p:txBody>
          <a:bodyPr wrap="square">
            <a:spAutoFit/>
          </a:bodyPr>
          <a:lstStyle/>
          <a:p>
            <a:pPr>
              <a:defRPr/>
            </a:pPr>
            <a:r>
              <a:rPr lang="en-GB" sz="1800" dirty="0">
                <a:solidFill>
                  <a:srgbClr val="0070C0"/>
                </a:solidFill>
              </a:rPr>
              <a:t>Karthik Sankaran | Senior Manager Solutions</a:t>
            </a:r>
          </a:p>
        </p:txBody>
      </p:sp>
      <p:pic>
        <p:nvPicPr>
          <p:cNvPr id="30" name="Picture 29">
            <a:extLst>
              <a:ext uri="{FF2B5EF4-FFF2-40B4-BE49-F238E27FC236}">
                <a16:creationId xmlns:a16="http://schemas.microsoft.com/office/drawing/2014/main" id="{C5376658-50E9-EC76-3EB6-958B01B3AAF1}"/>
              </a:ext>
            </a:extLst>
          </p:cNvPr>
          <p:cNvPicPr>
            <a:picLocks noChangeAspect="1"/>
          </p:cNvPicPr>
          <p:nvPr/>
        </p:nvPicPr>
        <p:blipFill>
          <a:blip r:embed="rId8"/>
          <a:stretch>
            <a:fillRect/>
          </a:stretch>
        </p:blipFill>
        <p:spPr>
          <a:xfrm>
            <a:off x="6802055" y="143686"/>
            <a:ext cx="1008000" cy="1008000"/>
          </a:xfrm>
          <a:prstGeom prst="rect">
            <a:avLst/>
          </a:prstGeom>
        </p:spPr>
      </p:pic>
      <p:pic>
        <p:nvPicPr>
          <p:cNvPr id="31" name="Picture 30">
            <a:extLst>
              <a:ext uri="{FF2B5EF4-FFF2-40B4-BE49-F238E27FC236}">
                <a16:creationId xmlns:a16="http://schemas.microsoft.com/office/drawing/2014/main" id="{3389F547-8188-715B-88DE-217453D5F4F7}"/>
              </a:ext>
            </a:extLst>
          </p:cNvPr>
          <p:cNvPicPr>
            <a:picLocks noChangeAspect="1"/>
          </p:cNvPicPr>
          <p:nvPr/>
        </p:nvPicPr>
        <p:blipFill>
          <a:blip r:embed="rId9"/>
          <a:stretch>
            <a:fillRect/>
          </a:stretch>
        </p:blipFill>
        <p:spPr>
          <a:xfrm>
            <a:off x="5789426" y="143686"/>
            <a:ext cx="1008000" cy="1008000"/>
          </a:xfrm>
          <a:prstGeom prst="rect">
            <a:avLst/>
          </a:prstGeom>
        </p:spPr>
      </p:pic>
      <p:pic>
        <p:nvPicPr>
          <p:cNvPr id="34" name="Picture 33">
            <a:extLst>
              <a:ext uri="{FF2B5EF4-FFF2-40B4-BE49-F238E27FC236}">
                <a16:creationId xmlns:a16="http://schemas.microsoft.com/office/drawing/2014/main" id="{3EAE1AD7-D0A8-9A03-01CC-BECA7EC5D739}"/>
              </a:ext>
            </a:extLst>
          </p:cNvPr>
          <p:cNvPicPr>
            <a:picLocks noChangeAspect="1"/>
          </p:cNvPicPr>
          <p:nvPr/>
        </p:nvPicPr>
        <p:blipFill>
          <a:blip r:embed="rId10"/>
          <a:stretch>
            <a:fillRect/>
          </a:stretch>
        </p:blipFill>
        <p:spPr>
          <a:xfrm>
            <a:off x="7814683" y="159533"/>
            <a:ext cx="992153" cy="992153"/>
          </a:xfrm>
          <a:prstGeom prst="rect">
            <a:avLst/>
          </a:prstGeom>
        </p:spPr>
      </p:pic>
      <p:pic>
        <p:nvPicPr>
          <p:cNvPr id="36" name="Picture 35">
            <a:extLst>
              <a:ext uri="{FF2B5EF4-FFF2-40B4-BE49-F238E27FC236}">
                <a16:creationId xmlns:a16="http://schemas.microsoft.com/office/drawing/2014/main" id="{8FE34105-F28C-F5AE-50E8-4D985522712C}"/>
              </a:ext>
            </a:extLst>
          </p:cNvPr>
          <p:cNvPicPr>
            <a:picLocks noChangeAspect="1"/>
          </p:cNvPicPr>
          <p:nvPr/>
        </p:nvPicPr>
        <p:blipFill>
          <a:blip r:embed="rId11"/>
          <a:stretch>
            <a:fillRect/>
          </a:stretch>
        </p:blipFill>
        <p:spPr>
          <a:xfrm>
            <a:off x="4803019" y="169908"/>
            <a:ext cx="981778" cy="981778"/>
          </a:xfrm>
          <a:prstGeom prst="rect">
            <a:avLst/>
          </a:prstGeom>
        </p:spPr>
      </p:pic>
    </p:spTree>
    <p:extLst>
      <p:ext uri="{BB962C8B-B14F-4D97-AF65-F5344CB8AC3E}">
        <p14:creationId xmlns:p14="http://schemas.microsoft.com/office/powerpoint/2010/main" val="1226791700"/>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WO_vAPy4aMwMnPNp7juWAg"/>
</p:tagLst>
</file>

<file path=ppt/theme/theme1.xml><?xml version="1.0" encoding="utf-8"?>
<a:theme xmlns:a="http://schemas.openxmlformats.org/drawingml/2006/main" name="Deloitte Presentation Screen Template 050214">
  <a:themeElements>
    <a:clrScheme name="Custom 98">
      <a:dk1>
        <a:sysClr val="windowText" lastClr="000000"/>
      </a:dk1>
      <a:lt1>
        <a:sysClr val="window" lastClr="FFFFFF"/>
      </a:lt1>
      <a:dk2>
        <a:srgbClr val="313131"/>
      </a:dk2>
      <a:lt2>
        <a:srgbClr val="FFFFFF"/>
      </a:lt2>
      <a:accent1>
        <a:srgbClr val="002776"/>
      </a:accent1>
      <a:accent2>
        <a:srgbClr val="81BC00"/>
      </a:accent2>
      <a:accent3>
        <a:srgbClr val="00A1DE"/>
      </a:accent3>
      <a:accent4>
        <a:srgbClr val="3C8A2E"/>
      </a:accent4>
      <a:accent5>
        <a:srgbClr val="575757"/>
      </a:accent5>
      <a:accent6>
        <a:srgbClr val="BDD203"/>
      </a:accent6>
      <a:hlink>
        <a:srgbClr val="00A1DE"/>
      </a:hlink>
      <a:folHlink>
        <a:srgbClr val="72C7E7"/>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3FE858C41CE974A8B94780EEDAB2E37" ma:contentTypeVersion="11" ma:contentTypeDescription="Create a new document." ma:contentTypeScope="" ma:versionID="eb8a7eae53426165dde792449bc856a3">
  <xsd:schema xmlns:xsd="http://www.w3.org/2001/XMLSchema" xmlns:xs="http://www.w3.org/2001/XMLSchema" xmlns:p="http://schemas.microsoft.com/office/2006/metadata/properties" xmlns:ns3="9aa78558-f584-40df-9116-e144d941eef4" xmlns:ns4="ea9b2606-71e8-46a1-ab60-e133389d78cb" targetNamespace="http://schemas.microsoft.com/office/2006/metadata/properties" ma:root="true" ma:fieldsID="2749c289c26332b715b2115262c12543" ns3:_="" ns4:_="">
    <xsd:import namespace="9aa78558-f584-40df-9116-e144d941eef4"/>
    <xsd:import namespace="ea9b2606-71e8-46a1-ab60-e133389d78cb"/>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a78558-f584-40df-9116-e144d941ee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a9b2606-71e8-46a1-ab60-e133389d78c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7785E4C-36DC-49F2-AEC9-DCFC29589D5E}">
  <ds:schemaRefs>
    <ds:schemaRef ds:uri="http://schemas.microsoft.com/sharepoint/v3/contenttype/forms"/>
  </ds:schemaRefs>
</ds:datastoreItem>
</file>

<file path=customXml/itemProps2.xml><?xml version="1.0" encoding="utf-8"?>
<ds:datastoreItem xmlns:ds="http://schemas.openxmlformats.org/officeDocument/2006/customXml" ds:itemID="{878541BF-C294-48C0-A70C-212C0D428A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a78558-f584-40df-9116-e144d941eef4"/>
    <ds:schemaRef ds:uri="ea9b2606-71e8-46a1-ab60-e133389d78c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2DA6573-E63E-4DE9-B5AD-C0E4F9CB35E8}">
  <ds:schemaRefs>
    <ds:schemaRef ds:uri="http://schemas.microsoft.com/office/2006/documentManagement/types"/>
    <ds:schemaRef ds:uri="9aa78558-f584-40df-9116-e144d941eef4"/>
    <ds:schemaRef ds:uri="http://schemas.microsoft.com/office/2006/metadata/properties"/>
    <ds:schemaRef ds:uri="http://purl.org/dc/elements/1.1/"/>
    <ds:schemaRef ds:uri="http://purl.org/dc/terms/"/>
    <ds:schemaRef ds:uri="ea9b2606-71e8-46a1-ab60-e133389d78cb"/>
    <ds:schemaRef ds:uri="http://purl.org/dc/dcmitype/"/>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589256c7-9946-44df-b379-51beb93fd2d9}" enabled="1" method="Privileged" siteId="{36da45f1-dd2c-4d1f-af13-5abe46b99921}" removed="0"/>
</clbl:labelList>
</file>

<file path=docProps/app.xml><?xml version="1.0" encoding="utf-8"?>
<Properties xmlns="http://schemas.openxmlformats.org/officeDocument/2006/extended-properties" xmlns:vt="http://schemas.openxmlformats.org/officeDocument/2006/docPropsVTypes">
  <Template/>
  <TotalTime>0</TotalTime>
  <Words>300</Words>
  <Application>Microsoft Macintosh PowerPoint</Application>
  <PresentationFormat>On-screen Show (4:3)</PresentationFormat>
  <Paragraphs>23</Paragraphs>
  <Slides>1</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7" baseType="lpstr">
      <vt:lpstr>SimSun</vt:lpstr>
      <vt:lpstr>Arial</vt:lpstr>
      <vt:lpstr>Calibri</vt:lpstr>
      <vt:lpstr>Verdana</vt:lpstr>
      <vt:lpstr>Deloitte Presentation Screen Template 050214</vt:lpstr>
      <vt:lpstr>think-cell Slide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2014-10-14T15:09:12Z</dcterms:created>
  <dcterms:modified xsi:type="dcterms:W3CDTF">2025-07-07T12:34:53Z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0x01010083FE858C41CE974A8B94780EEDAB2E37</vt:lpwstr>
  </property>
  <property fmtid="{D5CDD505-2E9C-101B-9397-08002B2CF9AE}" pid="3" name="MSIP_Label_589256c7-9946-44df-b379-51beb93fd2d9_Enabled">
    <vt:lpwstr>true</vt:lpwstr>
  </property>
  <property fmtid="{D5CDD505-2E9C-101B-9397-08002B2CF9AE}" pid="4" name="MSIP_Label_589256c7-9946-44df-b379-51beb93fd2d9_SetDate">
    <vt:lpwstr>2021-06-28T11:48:08Z</vt:lpwstr>
  </property>
  <property fmtid="{D5CDD505-2E9C-101B-9397-08002B2CF9AE}" pid="5" name="MSIP_Label_589256c7-9946-44df-b379-51beb93fd2d9_Method">
    <vt:lpwstr>Privileged</vt:lpwstr>
  </property>
  <property fmtid="{D5CDD505-2E9C-101B-9397-08002B2CF9AE}" pid="6" name="MSIP_Label_589256c7-9946-44df-b379-51beb93fd2d9_Name">
    <vt:lpwstr>589256c7-9946-44df-b379-51beb93fd2d9</vt:lpwstr>
  </property>
  <property fmtid="{D5CDD505-2E9C-101B-9397-08002B2CF9AE}" pid="7" name="MSIP_Label_589256c7-9946-44df-b379-51beb93fd2d9_SiteId">
    <vt:lpwstr>36da45f1-dd2c-4d1f-af13-5abe46b99921</vt:lpwstr>
  </property>
  <property fmtid="{D5CDD505-2E9C-101B-9397-08002B2CF9AE}" pid="8" name="MSIP_Label_589256c7-9946-44df-b379-51beb93fd2d9_ActionId">
    <vt:lpwstr>4cb58e3d-a486-4268-ac7c-e3c25efe572d</vt:lpwstr>
  </property>
  <property fmtid="{D5CDD505-2E9C-101B-9397-08002B2CF9AE}" pid="9" name="MSIP_Label_589256c7-9946-44df-b379-51beb93fd2d9_ContentBits">
    <vt:lpwstr>0</vt:lpwstr>
  </property>
</Properties>
</file>